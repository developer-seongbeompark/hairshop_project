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3" r:id="rId3"/>
    <p:sldId id="272" r:id="rId4"/>
    <p:sldId id="280" r:id="rId5"/>
    <p:sldId id="296" r:id="rId6"/>
    <p:sldId id="275" r:id="rId7"/>
    <p:sldId id="305" r:id="rId8"/>
    <p:sldId id="274" r:id="rId9"/>
    <p:sldId id="297" r:id="rId10"/>
    <p:sldId id="298" r:id="rId11"/>
    <p:sldId id="299" r:id="rId12"/>
    <p:sldId id="300" r:id="rId13"/>
    <p:sldId id="258" r:id="rId14"/>
    <p:sldId id="281" r:id="rId15"/>
    <p:sldId id="302" r:id="rId16"/>
    <p:sldId id="287" r:id="rId17"/>
    <p:sldId id="312" r:id="rId18"/>
    <p:sldId id="265" r:id="rId19"/>
    <p:sldId id="303" r:id="rId20"/>
    <p:sldId id="307" r:id="rId21"/>
    <p:sldId id="317" r:id="rId22"/>
    <p:sldId id="316" r:id="rId23"/>
    <p:sldId id="315" r:id="rId24"/>
    <p:sldId id="271" r:id="rId25"/>
    <p:sldId id="306" r:id="rId26"/>
    <p:sldId id="293" r:id="rId27"/>
    <p:sldId id="314" r:id="rId28"/>
    <p:sldId id="259" r:id="rId29"/>
    <p:sldId id="256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380"/>
    <a:srgbClr val="00869B"/>
    <a:srgbClr val="FAE3CA"/>
    <a:srgbClr val="FF9999"/>
    <a:srgbClr val="004F91"/>
    <a:srgbClr val="F8D9B6"/>
    <a:srgbClr val="0193A7"/>
    <a:srgbClr val="41CFDA"/>
    <a:srgbClr val="03ABCF"/>
    <a:srgbClr val="0388A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76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96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1B939AF-EDAA-4E75-B0EF-AD1B00EC5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F30106A-1390-40B0-841F-1685F71AE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38AE88B-69FA-4080-9CC0-29B5FD740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B0EDCCC-A2F3-409E-893E-B076AC58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9D75FD3-8F3B-4CAF-91E1-FAFA5BCD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959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851D418-F576-4A38-8063-25C621AC8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6E35D4F-29F1-451D-B757-EDAF6E8B1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38C7918-FDF1-4094-BA20-C5DA2E74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25FA876-3D5E-472C-8730-65A709151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EDB7A82-2441-47CD-AB69-A406E8C2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6222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86C961E-1530-469B-89B9-D41815310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A514DEF-766D-43D5-A733-960C8DA57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B8F40EF-1B38-4F3B-BBFC-D709BD040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D9E5F50-D32B-471C-9CE7-763238FF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3769826-8A29-490A-AA8D-6AC00752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429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F7026FC-E9FB-4848-91E5-5298D899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A197AF1-560C-40CA-9F77-C4482D487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AFC0796C-7EC1-4E5C-A958-404EE7B06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DFB77541-68E4-4220-B55C-32A24D858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27F89BEA-B9D2-4315-865D-0922BB8D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A8399B8-5430-471A-8327-BC683828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725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B2CE3AB-0CC2-49EE-9DA0-3CB2C0868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9CB0D51B-44B7-4408-BC66-099F46D47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F61FD69-CFCC-4C2D-B7F4-0644CA98A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ACC0D580-B31D-4CAB-94F1-7EBCE7BE4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1CC9EEF7-64C4-4FAD-9CFE-FD473249E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D8BE591D-57DD-4E41-90A3-ABF3AA38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F1A6D044-C3E0-4D5E-AF10-FACC94C4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3E683FC5-E510-41A5-9C66-87136290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4513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6ECF913-0565-4EF5-9DF3-7BBF5C8C7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FED481E3-9ABB-44E4-BA96-584DA6B50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B98FEF85-13E2-4C06-A394-5D793C8FE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B959790F-659A-49BB-A168-3AFACB21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58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2D358B96-B88D-44E0-80FB-A3E5115EC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8D4965D0-B67C-44FE-B2DF-8A9A1FF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31E08DD7-6BB0-4E42-8EE5-AAC66D4E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75AD6E2-3E31-4034-8FF1-64F8A46401D0}"/>
              </a:ext>
            </a:extLst>
          </p:cNvPr>
          <p:cNvSpPr txBox="1"/>
          <p:nvPr userDrawn="1"/>
        </p:nvSpPr>
        <p:spPr>
          <a:xfrm>
            <a:off x="10006913" y="6588607"/>
            <a:ext cx="21691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271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B5334CD-F1FC-4FC8-A33D-812FC56E4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DF2E690-E86A-4722-8316-0FF92D49D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76D91116-A8BD-4884-9523-160728CC1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01500E92-4799-4898-98C7-B692B9674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BDA78D38-4CFE-47A6-96B0-555ED1372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49D91FB-39E5-422E-AC1D-39E10E170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00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C72DA18-F480-4F43-9A50-EADDABE5D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6C26B1D8-2477-4DB6-BE7D-112747830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C8C5D60A-76F5-4617-83B0-E89AD623E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2B1EC6B5-B075-4D35-AF79-AED23C1CD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43F6AC84-AD13-4AE0-81DD-8803DC1E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5E04FB3C-BBE8-47DB-9541-199402AF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472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E433327-2AA1-4F82-802C-DC8A8E84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8750D131-1ED2-433C-9960-491453AA4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9F54170F-6CD6-45B7-A0A1-3F17D1D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5A6900C-406A-4210-9A74-AEF8CDBA0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7B20B21-6076-4224-BA79-0FE5A087F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317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C5270640-BF01-4043-A688-44894BA6E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841199D0-8FEA-4FD4-A9CF-0C3279C2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9178233B-5717-4D3E-B11D-11FE4FD0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03B9ABA-0811-45D8-BF65-551670F69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E3687C3-5672-40DC-A54C-672309CD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626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EF54567B-AA32-4399-B4A4-FABCF6F6F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E378D90E-B19D-496D-A8CD-027F4150F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AFBE15F-B2E5-4F5E-9536-3714D94D6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484E9-28E7-414B-8A10-8B88CF2761E2}" type="datetimeFigureOut">
              <a:rPr lang="ko-KR" altLang="en-US" smtClean="0"/>
              <a:t>2022-06-30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21C7A53-550B-4CD2-B975-305B0E751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B20BB5B-A2EE-4D07-89B8-AA87B48F1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4D800-042E-45B7-9395-E603D0BFE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70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localhost:9000/" TargetMode="External"/><Relationship Id="rId7" Type="http://schemas.openxmlformats.org/officeDocument/2006/relationships/image" Target="../media/image42.svg"/><Relationship Id="rId2" Type="http://schemas.openxmlformats.org/officeDocument/2006/relationships/hyperlink" Target="http://18.218.154.57:9000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40.sv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501D4D50-8EEB-453B-8DD4-8658573A49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D7974FE1-4C44-45A0-9328-80FCD0645472}"/>
              </a:ext>
            </a:extLst>
          </p:cNvPr>
          <p:cNvGrpSpPr/>
          <p:nvPr/>
        </p:nvGrpSpPr>
        <p:grpSpPr>
          <a:xfrm>
            <a:off x="3792955" y="2747210"/>
            <a:ext cx="4606089" cy="1363579"/>
            <a:chOff x="3792955" y="2747210"/>
            <a:chExt cx="4606089" cy="136357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C7E463ED-4BD5-42F9-96F2-9C70B90152F7}"/>
                </a:ext>
              </a:extLst>
            </p:cNvPr>
            <p:cNvSpPr/>
            <p:nvPr/>
          </p:nvSpPr>
          <p:spPr>
            <a:xfrm>
              <a:off x="3792955" y="2747210"/>
              <a:ext cx="4606089" cy="13635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E17282E7-FE6A-4789-A025-64312C9596EB}"/>
                </a:ext>
              </a:extLst>
            </p:cNvPr>
            <p:cNvSpPr txBox="1"/>
            <p:nvPr/>
          </p:nvSpPr>
          <p:spPr>
            <a:xfrm>
              <a:off x="4892050" y="3075057"/>
              <a:ext cx="240790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Footprint</a:t>
              </a:r>
              <a:endParaRPr lang="ko-KR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355C83F-1C34-4B52-A7FE-CA48DA4328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59" t="27445" r="10836" b="33430"/>
          <a:stretch/>
        </p:blipFill>
        <p:spPr>
          <a:xfrm>
            <a:off x="4708874" y="4438636"/>
            <a:ext cx="2774250" cy="98782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D50DCD18-9C52-49EA-99D7-BB469698D7D2}"/>
              </a:ext>
            </a:extLst>
          </p:cNvPr>
          <p:cNvSpPr/>
          <p:nvPr/>
        </p:nvSpPr>
        <p:spPr bwMode="auto">
          <a:xfrm>
            <a:off x="1588" y="0"/>
            <a:ext cx="1966945" cy="3881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latin typeface="+mj-ea"/>
                <a:ea typeface="+mj-ea"/>
              </a:rPr>
              <a:t>K-Digital Training</a:t>
            </a:r>
            <a:endParaRPr lang="ko-KR" altLang="en-US" sz="1600" b="1" dirty="0"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8CE9DD8E-1D0A-4585-9855-2062E35A8E9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217" y="6348813"/>
            <a:ext cx="1482842" cy="385879"/>
          </a:xfrm>
          <a:prstGeom prst="rect">
            <a:avLst/>
          </a:prstGeom>
        </p:spPr>
      </p:pic>
      <p:pic>
        <p:nvPicPr>
          <p:cNvPr id="12" name="_x278651016" descr="EMB0000378c3f3d">
            <a:extLst>
              <a:ext uri="{FF2B5EF4-FFF2-40B4-BE49-F238E27FC236}">
                <a16:creationId xmlns:a16="http://schemas.microsoft.com/office/drawing/2014/main" xmlns="" id="{898F9653-D36C-4773-A588-EAC578703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038" y="6348813"/>
            <a:ext cx="1180238" cy="37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128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A78E1DBB-13E2-4867-9811-D742501245F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D0B557EB-C578-416A-92EE-78FECCB949BA}"/>
              </a:ext>
            </a:extLst>
          </p:cNvPr>
          <p:cNvGrpSpPr/>
          <p:nvPr/>
        </p:nvGrpSpPr>
        <p:grpSpPr>
          <a:xfrm>
            <a:off x="440154" y="408177"/>
            <a:ext cx="3700046" cy="823724"/>
            <a:chOff x="389354" y="547877"/>
            <a:chExt cx="3700046" cy="82372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266D9CC6-945B-4BEF-90E1-EE553E70A42F}"/>
                </a:ext>
              </a:extLst>
            </p:cNvPr>
            <p:cNvSpPr/>
            <p:nvPr/>
          </p:nvSpPr>
          <p:spPr>
            <a:xfrm>
              <a:off x="389354" y="547877"/>
              <a:ext cx="3700046" cy="8237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DDEECFE1-1A00-4D67-9FB4-22FC31915675}"/>
                </a:ext>
              </a:extLst>
            </p:cNvPr>
            <p:cNvSpPr txBox="1"/>
            <p:nvPr/>
          </p:nvSpPr>
          <p:spPr>
            <a:xfrm>
              <a:off x="567305" y="714705"/>
              <a:ext cx="334414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목차</a:t>
              </a:r>
            </a:p>
          </p:txBody>
        </p:sp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DE1892D3-4436-43F1-8740-AEBFB858AD41}"/>
              </a:ext>
            </a:extLst>
          </p:cNvPr>
          <p:cNvCxnSpPr>
            <a:cxnSpLocks/>
          </p:cNvCxnSpPr>
          <p:nvPr/>
        </p:nvCxnSpPr>
        <p:spPr>
          <a:xfrm>
            <a:off x="389354" y="1625600"/>
            <a:ext cx="5706646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9E2BB20F-FE40-4D0B-A9CC-91C252B14083}"/>
              </a:ext>
            </a:extLst>
          </p:cNvPr>
          <p:cNvGrpSpPr/>
          <p:nvPr/>
        </p:nvGrpSpPr>
        <p:grpSpPr>
          <a:xfrm>
            <a:off x="440154" y="1964752"/>
            <a:ext cx="3205721" cy="648549"/>
            <a:chOff x="440154" y="2095500"/>
            <a:chExt cx="2884238" cy="70325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xmlns="" id="{009F5C2F-BB1F-4D38-B2B6-B4A7F5E215DC}"/>
                </a:ext>
              </a:extLst>
            </p:cNvPr>
            <p:cNvSpPr/>
            <p:nvPr/>
          </p:nvSpPr>
          <p:spPr>
            <a:xfrm>
              <a:off x="440154" y="2095500"/>
              <a:ext cx="601802" cy="6901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CB0A348F-3BB5-43F1-A55C-DDA4D457E7E0}"/>
                </a:ext>
              </a:extLst>
            </p:cNvPr>
            <p:cNvSpPr txBox="1"/>
            <p:nvPr/>
          </p:nvSpPr>
          <p:spPr>
            <a:xfrm>
              <a:off x="478607" y="2097904"/>
              <a:ext cx="518518" cy="700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EB2380DA-6342-490C-9DFF-163A21F81BD1}"/>
                </a:ext>
              </a:extLst>
            </p:cNvPr>
            <p:cNvSpPr txBox="1"/>
            <p:nvPr/>
          </p:nvSpPr>
          <p:spPr>
            <a:xfrm>
              <a:off x="1251594" y="2178963"/>
              <a:ext cx="2072798" cy="567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spc="-150" dirty="0"/>
                <a:t>프로젝트 배경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xmlns="" id="{D2041FAD-140B-42B7-996E-F2B8CD006A59}"/>
              </a:ext>
            </a:extLst>
          </p:cNvPr>
          <p:cNvGrpSpPr/>
          <p:nvPr/>
        </p:nvGrpSpPr>
        <p:grpSpPr>
          <a:xfrm>
            <a:off x="440155" y="2940360"/>
            <a:ext cx="4805517" cy="648549"/>
            <a:chOff x="440154" y="2095500"/>
            <a:chExt cx="4323601" cy="703257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xmlns="" id="{C13A57EC-E6DC-48BA-BA3F-722C93CEF26C}"/>
                </a:ext>
              </a:extLst>
            </p:cNvPr>
            <p:cNvSpPr/>
            <p:nvPr/>
          </p:nvSpPr>
          <p:spPr>
            <a:xfrm>
              <a:off x="440154" y="2095500"/>
              <a:ext cx="601802" cy="6901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942A6BC0-CC02-4D06-BB2C-8ED2DED00D07}"/>
                </a:ext>
              </a:extLst>
            </p:cNvPr>
            <p:cNvSpPr txBox="1"/>
            <p:nvPr/>
          </p:nvSpPr>
          <p:spPr>
            <a:xfrm>
              <a:off x="478607" y="2097904"/>
              <a:ext cx="518518" cy="700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A272E2D2-C748-4875-9D12-982AE32BD690}"/>
                </a:ext>
              </a:extLst>
            </p:cNvPr>
            <p:cNvSpPr txBox="1"/>
            <p:nvPr/>
          </p:nvSpPr>
          <p:spPr>
            <a:xfrm>
              <a:off x="1251594" y="2178963"/>
              <a:ext cx="3512161" cy="567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spc="-150" dirty="0"/>
                <a:t>프로젝트 팀 구성 및 역할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xmlns="" id="{CB5A0339-0715-4236-9E90-7928E96CE919}"/>
              </a:ext>
            </a:extLst>
          </p:cNvPr>
          <p:cNvGrpSpPr/>
          <p:nvPr/>
        </p:nvGrpSpPr>
        <p:grpSpPr>
          <a:xfrm>
            <a:off x="440155" y="3874657"/>
            <a:ext cx="5145353" cy="648549"/>
            <a:chOff x="440154" y="2095500"/>
            <a:chExt cx="4629357" cy="703257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xmlns="" id="{BE9F8C5A-0155-428F-A1C0-B20A3952F81D}"/>
                </a:ext>
              </a:extLst>
            </p:cNvPr>
            <p:cNvSpPr/>
            <p:nvPr/>
          </p:nvSpPr>
          <p:spPr>
            <a:xfrm>
              <a:off x="440154" y="2095500"/>
              <a:ext cx="601802" cy="6901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19D88274-C815-453F-999B-ACCEA8451A9F}"/>
                </a:ext>
              </a:extLst>
            </p:cNvPr>
            <p:cNvSpPr txBox="1"/>
            <p:nvPr/>
          </p:nvSpPr>
          <p:spPr>
            <a:xfrm>
              <a:off x="478607" y="2097904"/>
              <a:ext cx="518518" cy="700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ACE00DCA-3B78-400B-89C0-8F887AEAC9EC}"/>
                </a:ext>
              </a:extLst>
            </p:cNvPr>
            <p:cNvSpPr txBox="1"/>
            <p:nvPr/>
          </p:nvSpPr>
          <p:spPr>
            <a:xfrm>
              <a:off x="1251594" y="2178963"/>
              <a:ext cx="3817917" cy="567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spc="-150" dirty="0"/>
                <a:t>프로젝트 수행 절차 및 방법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xmlns="" id="{D6AE2F87-A6D3-4BE6-95B3-4C42D7A9306F}"/>
              </a:ext>
            </a:extLst>
          </p:cNvPr>
          <p:cNvGrpSpPr/>
          <p:nvPr/>
        </p:nvGrpSpPr>
        <p:grpSpPr>
          <a:xfrm>
            <a:off x="440155" y="4808954"/>
            <a:ext cx="3965544" cy="648549"/>
            <a:chOff x="440154" y="2095500"/>
            <a:chExt cx="3567863" cy="703257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xmlns="" id="{76E1FF6A-B19E-4359-89DE-554C19349242}"/>
                </a:ext>
              </a:extLst>
            </p:cNvPr>
            <p:cNvSpPr/>
            <p:nvPr/>
          </p:nvSpPr>
          <p:spPr>
            <a:xfrm>
              <a:off x="440154" y="2095500"/>
              <a:ext cx="601802" cy="6901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FA2369F6-5BF4-48F9-8A81-B55B1123DFC9}"/>
                </a:ext>
              </a:extLst>
            </p:cNvPr>
            <p:cNvSpPr txBox="1"/>
            <p:nvPr/>
          </p:nvSpPr>
          <p:spPr>
            <a:xfrm>
              <a:off x="478607" y="2097904"/>
              <a:ext cx="518518" cy="700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4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BB6FA0D0-A319-4D82-AB5C-E56E29F25611}"/>
                </a:ext>
              </a:extLst>
            </p:cNvPr>
            <p:cNvSpPr txBox="1"/>
            <p:nvPr/>
          </p:nvSpPr>
          <p:spPr>
            <a:xfrm>
              <a:off x="1251594" y="2178963"/>
              <a:ext cx="2756423" cy="567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spc="-150" dirty="0"/>
                <a:t>프로젝트 수행 결과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xmlns="" id="{38C8147F-0492-4A23-81FC-2143C786E5F8}"/>
              </a:ext>
            </a:extLst>
          </p:cNvPr>
          <p:cNvGrpSpPr/>
          <p:nvPr/>
        </p:nvGrpSpPr>
        <p:grpSpPr>
          <a:xfrm>
            <a:off x="440155" y="5770034"/>
            <a:ext cx="2186210" cy="648549"/>
            <a:chOff x="440154" y="2095500"/>
            <a:chExt cx="1966968" cy="703257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xmlns="" id="{DD647DEA-127D-41C5-81FB-870A015C698F}"/>
                </a:ext>
              </a:extLst>
            </p:cNvPr>
            <p:cNvSpPr/>
            <p:nvPr/>
          </p:nvSpPr>
          <p:spPr>
            <a:xfrm>
              <a:off x="440154" y="2095500"/>
              <a:ext cx="601802" cy="6901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780A9401-5E02-4F90-BD4F-43BC7781E2B5}"/>
                </a:ext>
              </a:extLst>
            </p:cNvPr>
            <p:cNvSpPr txBox="1"/>
            <p:nvPr/>
          </p:nvSpPr>
          <p:spPr>
            <a:xfrm>
              <a:off x="478607" y="2097904"/>
              <a:ext cx="518518" cy="700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5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2D425FF1-5A0E-4362-A2B3-23BC2551C05C}"/>
                </a:ext>
              </a:extLst>
            </p:cNvPr>
            <p:cNvSpPr txBox="1"/>
            <p:nvPr/>
          </p:nvSpPr>
          <p:spPr>
            <a:xfrm>
              <a:off x="1251594" y="2178963"/>
              <a:ext cx="1155528" cy="567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spc="-150" dirty="0"/>
                <a:t>느낀 점</a:t>
              </a:r>
            </a:p>
          </p:txBody>
        </p:sp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xmlns="" id="{03BA39AF-6377-4816-B197-9E10A07BADA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509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BE6ABD68-8D65-414B-8636-3DC83DFE18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2160311D-A36A-40A0-8489-8BA748540C07}"/>
              </a:ext>
            </a:extLst>
          </p:cNvPr>
          <p:cNvGrpSpPr/>
          <p:nvPr/>
        </p:nvGrpSpPr>
        <p:grpSpPr>
          <a:xfrm>
            <a:off x="661055" y="3429000"/>
            <a:ext cx="3644545" cy="1151690"/>
            <a:chOff x="656055" y="2853155"/>
            <a:chExt cx="4335045" cy="115169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xmlns="" id="{51D307E5-5280-4F48-BC00-E275F1CD1B77}"/>
                </a:ext>
              </a:extLst>
            </p:cNvPr>
            <p:cNvGrpSpPr/>
            <p:nvPr/>
          </p:nvGrpSpPr>
          <p:grpSpPr>
            <a:xfrm>
              <a:off x="656055" y="2853155"/>
              <a:ext cx="4335045" cy="1151690"/>
              <a:chOff x="3792955" y="2747211"/>
              <a:chExt cx="4335045" cy="1151690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xmlns="" id="{952BDBD4-CA02-4D68-A1B5-951D0166F2A1}"/>
                  </a:ext>
                </a:extLst>
              </p:cNvPr>
              <p:cNvSpPr/>
              <p:nvPr/>
            </p:nvSpPr>
            <p:spPr>
              <a:xfrm>
                <a:off x="3792955" y="2747211"/>
                <a:ext cx="4335045" cy="11516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B11F4567-BA9C-49C3-B5F9-1275F55A02EC}"/>
                  </a:ext>
                </a:extLst>
              </p:cNvPr>
              <p:cNvSpPr txBox="1"/>
              <p:nvPr/>
            </p:nvSpPr>
            <p:spPr>
              <a:xfrm>
                <a:off x="4067238" y="3109221"/>
                <a:ext cx="30812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프로젝트 배경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0B694252-943C-4CD4-AD8F-4C29A3F532A7}"/>
                </a:ext>
              </a:extLst>
            </p:cNvPr>
            <p:cNvSpPr txBox="1"/>
            <p:nvPr/>
          </p:nvSpPr>
          <p:spPr>
            <a:xfrm>
              <a:off x="930338" y="2935261"/>
              <a:ext cx="8581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Part 1 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81888BE8-EFDC-4DC7-B067-1E9F6873AF2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234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CE46840B-7A26-4CB9-9FDA-CF9F642BF3BC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4C22931-DA47-44E0-99CC-85BADFF41BAD}"/>
              </a:ext>
            </a:extLst>
          </p:cNvPr>
          <p:cNvSpPr txBox="1"/>
          <p:nvPr/>
        </p:nvSpPr>
        <p:spPr>
          <a:xfrm>
            <a:off x="863600" y="285462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 배경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0A8ADA-1B89-429D-AB9E-B96282AEEB41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1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805E3AD-F221-400F-993E-EEDAD990B811}"/>
              </a:ext>
            </a:extLst>
          </p:cNvPr>
          <p:cNvSpPr txBox="1"/>
          <p:nvPr/>
        </p:nvSpPr>
        <p:spPr>
          <a:xfrm>
            <a:off x="760888" y="2948767"/>
            <a:ext cx="468546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ko-KR" altLang="en-US" sz="20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가볼만한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곳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or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맛집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검색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인기순과 상관없이 도출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원하는 곳을 찾는데 시간이 많이 소요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12BE011-3D57-4632-A1CE-846EB11C7FF7}"/>
              </a:ext>
            </a:extLst>
          </p:cNvPr>
          <p:cNvSpPr txBox="1"/>
          <p:nvPr/>
        </p:nvSpPr>
        <p:spPr>
          <a:xfrm>
            <a:off x="2709922" y="2333311"/>
            <a:ext cx="78739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검색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8AD4759E-2DE9-40B2-BFB7-305DFF52D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050" y="1618049"/>
            <a:ext cx="6402174" cy="43991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39C1D03E-0C4A-4E0F-A9A0-F99AD2E419E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9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CE46840B-7A26-4CB9-9FDA-CF9F642BF3BC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D84F602A-C0CB-4F4E-A770-837AE84F5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933" y="1618051"/>
            <a:ext cx="6116343" cy="43062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F3D29E3-FFAC-45A1-93E9-D427DB5FE42A}"/>
              </a:ext>
            </a:extLst>
          </p:cNvPr>
          <p:cNvSpPr txBox="1"/>
          <p:nvPr/>
        </p:nvSpPr>
        <p:spPr>
          <a:xfrm>
            <a:off x="760888" y="2991967"/>
            <a:ext cx="468546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원하는 곳 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0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먹고싶은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음식 직접입력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일정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위치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이동시간을 고려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일정표를 제작하는데 시간이 오래 걸림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B6AFBEB8-D246-4AB1-AAA7-D22A0546C684}"/>
              </a:ext>
            </a:extLst>
          </p:cNvPr>
          <p:cNvSpPr txBox="1"/>
          <p:nvPr/>
        </p:nvSpPr>
        <p:spPr>
          <a:xfrm>
            <a:off x="2211388" y="2376511"/>
            <a:ext cx="17844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일정표 제작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2722A1AA-0FD8-4A33-9E40-6E455F084852}"/>
              </a:ext>
            </a:extLst>
          </p:cNvPr>
          <p:cNvSpPr txBox="1"/>
          <p:nvPr/>
        </p:nvSpPr>
        <p:spPr>
          <a:xfrm>
            <a:off x="863600" y="285462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 배경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192EC6-11A3-4BD9-B4B4-C60D6C18F995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1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3AB31847-BA7C-4A61-A421-8D5EABEFF82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98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CE46840B-7A26-4CB9-9FDA-CF9F642BF3BC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4C22931-DA47-44E0-99CC-85BADFF41BAD}"/>
              </a:ext>
            </a:extLst>
          </p:cNvPr>
          <p:cNvSpPr txBox="1"/>
          <p:nvPr/>
        </p:nvSpPr>
        <p:spPr>
          <a:xfrm>
            <a:off x="863600" y="285462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 개요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0A8ADA-1B89-429D-AB9E-B96282AEEB41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1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BB2B5CEE-7C2E-4A7C-A967-64321F24E3FD}"/>
              </a:ext>
            </a:extLst>
          </p:cNvPr>
          <p:cNvSpPr/>
          <p:nvPr/>
        </p:nvSpPr>
        <p:spPr>
          <a:xfrm>
            <a:off x="723900" y="1841503"/>
            <a:ext cx="10744200" cy="44322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8D541EC-999A-4351-BB2B-27AF53DDB377}"/>
              </a:ext>
            </a:extLst>
          </p:cNvPr>
          <p:cNvSpPr/>
          <p:nvPr/>
        </p:nvSpPr>
        <p:spPr>
          <a:xfrm>
            <a:off x="1066800" y="1425442"/>
            <a:ext cx="2006600" cy="832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B964B42-9C5D-46BF-B375-F9E0B8A3863F}"/>
              </a:ext>
            </a:extLst>
          </p:cNvPr>
          <p:cNvSpPr txBox="1"/>
          <p:nvPr/>
        </p:nvSpPr>
        <p:spPr>
          <a:xfrm>
            <a:off x="1136623" y="1549115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개발 목표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F787236-894B-41C9-96F6-9AA0BF43EDBD}"/>
              </a:ext>
            </a:extLst>
          </p:cNvPr>
          <p:cNvSpPr txBox="1"/>
          <p:nvPr/>
        </p:nvSpPr>
        <p:spPr>
          <a:xfrm>
            <a:off x="1231201" y="2521509"/>
            <a:ext cx="5052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01EB579-76CF-46D1-AB00-78FA10134E2A}"/>
              </a:ext>
            </a:extLst>
          </p:cNvPr>
          <p:cNvSpPr txBox="1"/>
          <p:nvPr/>
        </p:nvSpPr>
        <p:spPr>
          <a:xfrm>
            <a:off x="1227769" y="3769002"/>
            <a:ext cx="5052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46778F99-0F05-443D-9572-B4388156AA85}"/>
              </a:ext>
            </a:extLst>
          </p:cNvPr>
          <p:cNvSpPr txBox="1"/>
          <p:nvPr/>
        </p:nvSpPr>
        <p:spPr>
          <a:xfrm>
            <a:off x="1224337" y="5016495"/>
            <a:ext cx="5052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DECD186-DBBB-4196-B282-A839BD212069}"/>
              </a:ext>
            </a:extLst>
          </p:cNvPr>
          <p:cNvSpPr txBox="1"/>
          <p:nvPr/>
        </p:nvSpPr>
        <p:spPr>
          <a:xfrm>
            <a:off x="2025649" y="2675397"/>
            <a:ext cx="6226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여행지와 맛집을 원하는 조건으로 검색한다</a:t>
            </a:r>
            <a:r>
              <a:rPr lang="en-US" altLang="ko-KR" sz="2400" dirty="0"/>
              <a:t>. </a:t>
            </a:r>
            <a:endParaRPr lang="ko-KR" alt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01627727-78FD-4F46-BCC5-0C9D01451FE4}"/>
              </a:ext>
            </a:extLst>
          </p:cNvPr>
          <p:cNvSpPr txBox="1"/>
          <p:nvPr/>
        </p:nvSpPr>
        <p:spPr>
          <a:xfrm>
            <a:off x="2025649" y="3922890"/>
            <a:ext cx="3201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원하는 곳을 저장한다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310E024-0279-45DB-9C6A-9F6DFF32FE74}"/>
              </a:ext>
            </a:extLst>
          </p:cNvPr>
          <p:cNvSpPr txBox="1"/>
          <p:nvPr/>
        </p:nvSpPr>
        <p:spPr>
          <a:xfrm>
            <a:off x="2025649" y="5170383"/>
            <a:ext cx="5748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이동시간이 반영되어 일정표에 입력된다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850644B3-5F41-4D35-8DB3-82CEE61444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99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0D8D0DE-9976-424B-BBE5-B069DF94649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74D3DE46-63F8-4BCC-8069-25C00E33488B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5F6FC0B-D5E0-4E2F-8315-4433F3BB5B19}"/>
              </a:ext>
            </a:extLst>
          </p:cNvPr>
          <p:cNvSpPr txBox="1"/>
          <p:nvPr/>
        </p:nvSpPr>
        <p:spPr>
          <a:xfrm>
            <a:off x="863600" y="285462"/>
            <a:ext cx="19383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개발 환경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6BA53FF-4BAC-41C3-8F17-9F5D6264B3FE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4,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xmlns="" id="{4C7C2E02-FB94-4B78-87DB-199713B68F78}"/>
              </a:ext>
            </a:extLst>
          </p:cNvPr>
          <p:cNvCxnSpPr/>
          <p:nvPr/>
        </p:nvCxnSpPr>
        <p:spPr>
          <a:xfrm>
            <a:off x="2152878" y="5423451"/>
            <a:ext cx="5588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xmlns="" id="{6C26E93F-141C-4AFB-8934-FC7DB982F3C5}"/>
              </a:ext>
            </a:extLst>
          </p:cNvPr>
          <p:cNvCxnSpPr/>
          <p:nvPr/>
        </p:nvCxnSpPr>
        <p:spPr>
          <a:xfrm>
            <a:off x="5850978" y="5423451"/>
            <a:ext cx="5588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xmlns="" id="{7DD4C088-6D84-4A71-8486-EBEDDC80285F}"/>
              </a:ext>
            </a:extLst>
          </p:cNvPr>
          <p:cNvCxnSpPr/>
          <p:nvPr/>
        </p:nvCxnSpPr>
        <p:spPr>
          <a:xfrm>
            <a:off x="9549078" y="5423451"/>
            <a:ext cx="5588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46269AA-E0BB-4E85-A095-41DCAE8C8FE6}"/>
              </a:ext>
            </a:extLst>
          </p:cNvPr>
          <p:cNvSpPr txBox="1"/>
          <p:nvPr/>
        </p:nvSpPr>
        <p:spPr>
          <a:xfrm>
            <a:off x="1642060" y="5651975"/>
            <a:ext cx="15090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Front-End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C7EBBED6-55F0-418B-A020-13D3EC0F7068}"/>
              </a:ext>
            </a:extLst>
          </p:cNvPr>
          <p:cNvSpPr txBox="1"/>
          <p:nvPr/>
        </p:nvSpPr>
        <p:spPr>
          <a:xfrm>
            <a:off x="5365672" y="5651975"/>
            <a:ext cx="146065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Common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86BF6747-ECDE-4CFC-99C5-54724751AB3B}"/>
              </a:ext>
            </a:extLst>
          </p:cNvPr>
          <p:cNvSpPr txBox="1"/>
          <p:nvPr/>
        </p:nvSpPr>
        <p:spPr>
          <a:xfrm>
            <a:off x="9116038" y="5651975"/>
            <a:ext cx="142487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Back-End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42CDE165-99F1-4F9D-BD2B-42E7C8084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34" y="2074771"/>
            <a:ext cx="3017157" cy="2836272"/>
          </a:xfrm>
          <a:prstGeom prst="rect">
            <a:avLst/>
          </a:prstGeom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xmlns="" id="{B4249E1D-43BD-4EF5-9354-3D9FDF57B16B}"/>
              </a:ext>
            </a:extLst>
          </p:cNvPr>
          <p:cNvGrpSpPr/>
          <p:nvPr/>
        </p:nvGrpSpPr>
        <p:grpSpPr>
          <a:xfrm>
            <a:off x="8374856" y="1650277"/>
            <a:ext cx="2907241" cy="3260766"/>
            <a:chOff x="8375159" y="1430961"/>
            <a:chExt cx="2907241" cy="326076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xmlns="" id="{72B9E24C-3CE1-407D-A99D-B78E777EE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5159" y="1430961"/>
              <a:ext cx="2907241" cy="2727629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xmlns="" id="{F02A6ED2-CBB7-444F-8994-418A25B792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6807" b="39258"/>
            <a:stretch/>
          </p:blipFill>
          <p:spPr>
            <a:xfrm>
              <a:off x="8944057" y="4264616"/>
              <a:ext cx="1768840" cy="427111"/>
            </a:xfrm>
            <a:prstGeom prst="rect">
              <a:avLst/>
            </a:pr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xmlns="" id="{454344F4-F434-453E-A96A-CEC39498BFE4}"/>
              </a:ext>
            </a:extLst>
          </p:cNvPr>
          <p:cNvGrpSpPr/>
          <p:nvPr/>
        </p:nvGrpSpPr>
        <p:grpSpPr>
          <a:xfrm>
            <a:off x="4232951" y="2282761"/>
            <a:ext cx="3726097" cy="2628282"/>
            <a:chOff x="4376582" y="2013895"/>
            <a:chExt cx="3726097" cy="2628282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xmlns="" id="{C725E8E7-BF35-4830-8F0E-F102533EF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8928" y="2013895"/>
              <a:ext cx="3079401" cy="1450701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xmlns="" id="{35ADAD92-D10A-4C0B-88BD-1AD09FB49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63523" y="3339576"/>
              <a:ext cx="1264953" cy="1302601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xmlns="" id="{E485D690-4CAF-4C1F-A207-50C28B0AA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26329" y="3469113"/>
              <a:ext cx="1276350" cy="857250"/>
            </a:xfrm>
            <a:prstGeom prst="rect">
              <a:avLst/>
            </a:prstGeom>
          </p:spPr>
        </p:pic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xmlns="" id="{5465C495-16A7-4FFB-ADFC-65C8E1702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76582" y="3402051"/>
              <a:ext cx="989090" cy="966525"/>
            </a:xfrm>
            <a:prstGeom prst="rect">
              <a:avLst/>
            </a:prstGeom>
          </p:spPr>
        </p:pic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683E1C2F-3BAE-4E77-A7C8-566CC00128AD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137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06E6F778-AB9C-4E58-9B6C-B4E293A186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0CD2551D-E28F-4AC1-845E-E77A839BDF8F}"/>
              </a:ext>
            </a:extLst>
          </p:cNvPr>
          <p:cNvGrpSpPr/>
          <p:nvPr/>
        </p:nvGrpSpPr>
        <p:grpSpPr>
          <a:xfrm>
            <a:off x="878400" y="3328355"/>
            <a:ext cx="5522400" cy="1151690"/>
            <a:chOff x="656055" y="2853155"/>
            <a:chExt cx="4335045" cy="1151690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4730D19C-BD34-486B-877F-91E8EE5A5735}"/>
                </a:ext>
              </a:extLst>
            </p:cNvPr>
            <p:cNvGrpSpPr/>
            <p:nvPr/>
          </p:nvGrpSpPr>
          <p:grpSpPr>
            <a:xfrm>
              <a:off x="656055" y="2853155"/>
              <a:ext cx="4335045" cy="1151690"/>
              <a:chOff x="3792955" y="2747211"/>
              <a:chExt cx="4335045" cy="1151690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xmlns="" id="{ED4C8313-CB9A-4AD3-9525-3ECBC0187CD6}"/>
                  </a:ext>
                </a:extLst>
              </p:cNvPr>
              <p:cNvSpPr/>
              <p:nvPr/>
            </p:nvSpPr>
            <p:spPr>
              <a:xfrm>
                <a:off x="3792955" y="2747211"/>
                <a:ext cx="4335045" cy="11516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AA617AAA-1CBF-4FF2-929F-992E6EC6CDC1}"/>
                  </a:ext>
                </a:extLst>
              </p:cNvPr>
              <p:cNvSpPr txBox="1"/>
              <p:nvPr/>
            </p:nvSpPr>
            <p:spPr>
              <a:xfrm>
                <a:off x="3925803" y="3109221"/>
                <a:ext cx="41367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프로젝트 팀 구성 및 역할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24F073B6-EF23-4646-B283-4A1E2DFE371D}"/>
                </a:ext>
              </a:extLst>
            </p:cNvPr>
            <p:cNvSpPr txBox="1"/>
            <p:nvPr/>
          </p:nvSpPr>
          <p:spPr>
            <a:xfrm>
              <a:off x="788903" y="2935261"/>
              <a:ext cx="6418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Part 2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55264BF9-4B42-47F6-A007-26B112BB60B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512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CE46840B-7A26-4CB9-9FDA-CF9F642BF3BC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4C22931-DA47-44E0-99CC-85BADFF41BAD}"/>
              </a:ext>
            </a:extLst>
          </p:cNvPr>
          <p:cNvSpPr txBox="1"/>
          <p:nvPr/>
        </p:nvSpPr>
        <p:spPr>
          <a:xfrm>
            <a:off x="863600" y="285462"/>
            <a:ext cx="3393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팀원 소개 및 역할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0A8ADA-1B89-429D-AB9E-B96282AEEB41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76A23D3C-5960-4B21-900E-32B2AD7CE85A}"/>
              </a:ext>
            </a:extLst>
          </p:cNvPr>
          <p:cNvGrpSpPr/>
          <p:nvPr/>
        </p:nvGrpSpPr>
        <p:grpSpPr>
          <a:xfrm>
            <a:off x="3485904" y="1669714"/>
            <a:ext cx="7626466" cy="2323755"/>
            <a:chOff x="3315783" y="1838000"/>
            <a:chExt cx="7626466" cy="2323755"/>
          </a:xfrm>
        </p:grpSpPr>
        <p:sp>
          <p:nvSpPr>
            <p:cNvPr id="79" name="원호 78">
              <a:extLst>
                <a:ext uri="{FF2B5EF4-FFF2-40B4-BE49-F238E27FC236}">
                  <a16:creationId xmlns:a16="http://schemas.microsoft.com/office/drawing/2014/main" xmlns="" id="{468107ED-060B-4D2B-B4B8-5B7170FAE461}"/>
                </a:ext>
              </a:extLst>
            </p:cNvPr>
            <p:cNvSpPr/>
            <p:nvPr/>
          </p:nvSpPr>
          <p:spPr>
            <a:xfrm rot="5400000">
              <a:off x="3315783" y="1838001"/>
              <a:ext cx="1499267" cy="1499266"/>
            </a:xfrm>
            <a:prstGeom prst="arc">
              <a:avLst>
                <a:gd name="adj1" fmla="val 16029660"/>
                <a:gd name="adj2" fmla="val 21546426"/>
              </a:avLst>
            </a:prstGeom>
            <a:ln w="2540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원호 79">
              <a:extLst>
                <a:ext uri="{FF2B5EF4-FFF2-40B4-BE49-F238E27FC236}">
                  <a16:creationId xmlns:a16="http://schemas.microsoft.com/office/drawing/2014/main" xmlns="" id="{ACADE3C8-E92F-4B26-876F-71E7AB3ABFDF}"/>
                </a:ext>
              </a:extLst>
            </p:cNvPr>
            <p:cNvSpPr/>
            <p:nvPr/>
          </p:nvSpPr>
          <p:spPr>
            <a:xfrm>
              <a:off x="33157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7FD282DF-26B8-4EF0-81EE-D81E702A196A}"/>
                </a:ext>
              </a:extLst>
            </p:cNvPr>
            <p:cNvSpPr txBox="1"/>
            <p:nvPr/>
          </p:nvSpPr>
          <p:spPr>
            <a:xfrm>
              <a:off x="35771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2" name="テキスト ボックス 17">
              <a:extLst>
                <a:ext uri="{FF2B5EF4-FFF2-40B4-BE49-F238E27FC236}">
                  <a16:creationId xmlns:a16="http://schemas.microsoft.com/office/drawing/2014/main" xmlns="" id="{EBA1A146-39FA-4967-9C3D-2658C99A2663}"/>
                </a:ext>
              </a:extLst>
            </p:cNvPr>
            <p:cNvSpPr txBox="1"/>
            <p:nvPr/>
          </p:nvSpPr>
          <p:spPr>
            <a:xfrm>
              <a:off x="3506108" y="3761645"/>
              <a:ext cx="9444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+mn-ea"/>
                </a:rPr>
                <a:t>Notice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86" name="テキスト ボックス 17">
              <a:extLst>
                <a:ext uri="{FF2B5EF4-FFF2-40B4-BE49-F238E27FC236}">
                  <a16:creationId xmlns:a16="http://schemas.microsoft.com/office/drawing/2014/main" xmlns="" id="{7018C5D2-CB15-42BB-9345-B1C0BCBBF8C4}"/>
                </a:ext>
              </a:extLst>
            </p:cNvPr>
            <p:cNvSpPr txBox="1"/>
            <p:nvPr/>
          </p:nvSpPr>
          <p:spPr>
            <a:xfrm>
              <a:off x="6681264" y="3761645"/>
              <a:ext cx="8451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+mn-ea"/>
                </a:rPr>
                <a:t>Travel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91" name="テキスト ボックス 17">
              <a:extLst>
                <a:ext uri="{FF2B5EF4-FFF2-40B4-BE49-F238E27FC236}">
                  <a16:creationId xmlns:a16="http://schemas.microsoft.com/office/drawing/2014/main" xmlns="" id="{8B07600B-BDD1-4554-BF48-18674D51DD9E}"/>
                </a:ext>
              </a:extLst>
            </p:cNvPr>
            <p:cNvSpPr txBox="1"/>
            <p:nvPr/>
          </p:nvSpPr>
          <p:spPr>
            <a:xfrm>
              <a:off x="9785164" y="3761645"/>
              <a:ext cx="8149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+mn-ea"/>
                </a:rPr>
                <a:t>Reply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29" name="원호 28">
              <a:extLst>
                <a:ext uri="{FF2B5EF4-FFF2-40B4-BE49-F238E27FC236}">
                  <a16:creationId xmlns:a16="http://schemas.microsoft.com/office/drawing/2014/main" xmlns="" id="{19596FD1-5E2C-4787-B218-3B0369980B02}"/>
                </a:ext>
              </a:extLst>
            </p:cNvPr>
            <p:cNvSpPr/>
            <p:nvPr/>
          </p:nvSpPr>
          <p:spPr>
            <a:xfrm>
              <a:off x="63541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21B13540-D1DB-44FD-9C07-212A90EF9397}"/>
                </a:ext>
              </a:extLst>
            </p:cNvPr>
            <p:cNvSpPr txBox="1"/>
            <p:nvPr/>
          </p:nvSpPr>
          <p:spPr>
            <a:xfrm>
              <a:off x="66155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원호 30">
              <a:extLst>
                <a:ext uri="{FF2B5EF4-FFF2-40B4-BE49-F238E27FC236}">
                  <a16:creationId xmlns:a16="http://schemas.microsoft.com/office/drawing/2014/main" xmlns="" id="{ECC87CB2-DAAD-4D6B-ABB8-2B3405AC1BC2}"/>
                </a:ext>
              </a:extLst>
            </p:cNvPr>
            <p:cNvSpPr/>
            <p:nvPr/>
          </p:nvSpPr>
          <p:spPr>
            <a:xfrm>
              <a:off x="94429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D989825B-7932-44CE-AA64-FD3E7DDD90A7}"/>
                </a:ext>
              </a:extLst>
            </p:cNvPr>
            <p:cNvSpPr txBox="1"/>
            <p:nvPr/>
          </p:nvSpPr>
          <p:spPr>
            <a:xfrm>
              <a:off x="97043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xmlns="" id="{3A5D8872-B0BE-4753-8E7E-72FEDBE3D6D7}"/>
              </a:ext>
            </a:extLst>
          </p:cNvPr>
          <p:cNvGrpSpPr/>
          <p:nvPr/>
        </p:nvGrpSpPr>
        <p:grpSpPr>
          <a:xfrm>
            <a:off x="280667" y="1364904"/>
            <a:ext cx="2611390" cy="711992"/>
            <a:chOff x="389355" y="547877"/>
            <a:chExt cx="2611390" cy="823724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xmlns="" id="{E834E731-3232-4288-B5FE-75D062DAB897}"/>
                </a:ext>
              </a:extLst>
            </p:cNvPr>
            <p:cNvSpPr/>
            <p:nvPr/>
          </p:nvSpPr>
          <p:spPr>
            <a:xfrm>
              <a:off x="389355" y="547877"/>
              <a:ext cx="2611390" cy="8237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xmlns="" id="{B1BBE970-7AE5-4D82-97AB-0B32FC0F3317}"/>
                </a:ext>
              </a:extLst>
            </p:cNvPr>
            <p:cNvSpPr txBox="1"/>
            <p:nvPr/>
          </p:nvSpPr>
          <p:spPr>
            <a:xfrm>
              <a:off x="488963" y="672173"/>
              <a:ext cx="2433439" cy="516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3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팀장 </a:t>
              </a:r>
              <a:r>
                <a:rPr lang="en-US" altLang="ko-KR" sz="23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sz="23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강재원</a:t>
              </a:r>
            </a:p>
          </p:txBody>
        </p:sp>
      </p:grpSp>
      <p:graphicFrame>
        <p:nvGraphicFramePr>
          <p:cNvPr id="14" name="표 14">
            <a:extLst>
              <a:ext uri="{FF2B5EF4-FFF2-40B4-BE49-F238E27FC236}">
                <a16:creationId xmlns:a16="http://schemas.microsoft.com/office/drawing/2014/main" xmlns="" id="{39041625-B50B-47C8-BBBA-129E9BF7B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637440"/>
              </p:ext>
            </p:extLst>
          </p:nvPr>
        </p:nvGraphicFramePr>
        <p:xfrm>
          <a:off x="2997140" y="4142850"/>
          <a:ext cx="8677867" cy="2090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062">
                  <a:extLst>
                    <a:ext uri="{9D8B030D-6E8A-4147-A177-3AD203B41FA5}">
                      <a16:colId xmlns:a16="http://schemas.microsoft.com/office/drawing/2014/main" xmlns="" val="4281352278"/>
                    </a:ext>
                  </a:extLst>
                </a:gridCol>
                <a:gridCol w="777600">
                  <a:extLst>
                    <a:ext uri="{9D8B030D-6E8A-4147-A177-3AD203B41FA5}">
                      <a16:colId xmlns:a16="http://schemas.microsoft.com/office/drawing/2014/main" xmlns="" val="3438208742"/>
                    </a:ext>
                  </a:extLst>
                </a:gridCol>
                <a:gridCol w="655200">
                  <a:extLst>
                    <a:ext uri="{9D8B030D-6E8A-4147-A177-3AD203B41FA5}">
                      <a16:colId xmlns:a16="http://schemas.microsoft.com/office/drawing/2014/main" xmlns="" val="187228489"/>
                    </a:ext>
                  </a:extLst>
                </a:gridCol>
                <a:gridCol w="806400">
                  <a:extLst>
                    <a:ext uri="{9D8B030D-6E8A-4147-A177-3AD203B41FA5}">
                      <a16:colId xmlns:a16="http://schemas.microsoft.com/office/drawing/2014/main" xmlns="" val="3621401414"/>
                    </a:ext>
                  </a:extLst>
                </a:gridCol>
                <a:gridCol w="734400">
                  <a:extLst>
                    <a:ext uri="{9D8B030D-6E8A-4147-A177-3AD203B41FA5}">
                      <a16:colId xmlns:a16="http://schemas.microsoft.com/office/drawing/2014/main" xmlns="" val="3476832097"/>
                    </a:ext>
                  </a:extLst>
                </a:gridCol>
                <a:gridCol w="849600">
                  <a:extLst>
                    <a:ext uri="{9D8B030D-6E8A-4147-A177-3AD203B41FA5}">
                      <a16:colId xmlns:a16="http://schemas.microsoft.com/office/drawing/2014/main" xmlns="" val="1455442449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xmlns="" val="1135985938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xmlns="" val="2573558207"/>
                    </a:ext>
                  </a:extLst>
                </a:gridCol>
                <a:gridCol w="886886">
                  <a:extLst>
                    <a:ext uri="{9D8B030D-6E8A-4147-A177-3AD203B41FA5}">
                      <a16:colId xmlns:a16="http://schemas.microsoft.com/office/drawing/2014/main" xmlns="" val="1477330890"/>
                    </a:ext>
                  </a:extLst>
                </a:gridCol>
                <a:gridCol w="690908">
                  <a:extLst>
                    <a:ext uri="{9D8B030D-6E8A-4147-A177-3AD203B41FA5}">
                      <a16:colId xmlns:a16="http://schemas.microsoft.com/office/drawing/2014/main" xmlns="" val="1462889576"/>
                    </a:ext>
                  </a:extLst>
                </a:gridCol>
                <a:gridCol w="788897">
                  <a:extLst>
                    <a:ext uri="{9D8B030D-6E8A-4147-A177-3AD203B41FA5}">
                      <a16:colId xmlns:a16="http://schemas.microsoft.com/office/drawing/2014/main" xmlns="" val="3576965661"/>
                    </a:ext>
                  </a:extLst>
                </a:gridCol>
              </a:tblGrid>
              <a:tr h="4181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0318490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Notice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4959790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07812723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Reply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3743235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배포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69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39694616"/>
                  </a:ext>
                </a:extLst>
              </a:tr>
            </a:tbl>
          </a:graphicData>
        </a:graphic>
      </p:graphicFrame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BD91BF23-FFB3-4A64-8CD9-253E3F9766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483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CE46840B-7A26-4CB9-9FDA-CF9F642BF3BC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그룹 112">
            <a:extLst>
              <a:ext uri="{FF2B5EF4-FFF2-40B4-BE49-F238E27FC236}">
                <a16:creationId xmlns:a16="http://schemas.microsoft.com/office/drawing/2014/main" xmlns="" id="{3A5D8872-B0BE-4753-8E7E-72FEDBE3D6D7}"/>
              </a:ext>
            </a:extLst>
          </p:cNvPr>
          <p:cNvGrpSpPr/>
          <p:nvPr/>
        </p:nvGrpSpPr>
        <p:grpSpPr>
          <a:xfrm>
            <a:off x="280667" y="1364904"/>
            <a:ext cx="2611390" cy="711992"/>
            <a:chOff x="389355" y="547877"/>
            <a:chExt cx="2611390" cy="823724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xmlns="" id="{E834E731-3232-4288-B5FE-75D062DAB897}"/>
                </a:ext>
              </a:extLst>
            </p:cNvPr>
            <p:cNvSpPr/>
            <p:nvPr/>
          </p:nvSpPr>
          <p:spPr>
            <a:xfrm>
              <a:off x="389355" y="547877"/>
              <a:ext cx="2611390" cy="8237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xmlns="" id="{B1BBE970-7AE5-4D82-97AB-0B32FC0F3317}"/>
                </a:ext>
              </a:extLst>
            </p:cNvPr>
            <p:cNvSpPr txBox="1"/>
            <p:nvPr/>
          </p:nvSpPr>
          <p:spPr>
            <a:xfrm>
              <a:off x="488963" y="672173"/>
              <a:ext cx="2433439" cy="516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3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수석 </a:t>
              </a:r>
              <a:r>
                <a:rPr lang="en-US" altLang="ko-KR" sz="23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sz="23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박재현</a:t>
              </a:r>
            </a:p>
          </p:txBody>
        </p:sp>
      </p:grpSp>
      <p:graphicFrame>
        <p:nvGraphicFramePr>
          <p:cNvPr id="38" name="표 14">
            <a:extLst>
              <a:ext uri="{FF2B5EF4-FFF2-40B4-BE49-F238E27FC236}">
                <a16:creationId xmlns:a16="http://schemas.microsoft.com/office/drawing/2014/main" xmlns="" id="{F0A960EC-858F-4734-8584-C7ABDE910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932711"/>
              </p:ext>
            </p:extLst>
          </p:nvPr>
        </p:nvGraphicFramePr>
        <p:xfrm>
          <a:off x="2997140" y="4142850"/>
          <a:ext cx="8677867" cy="2312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260">
                  <a:extLst>
                    <a:ext uri="{9D8B030D-6E8A-4147-A177-3AD203B41FA5}">
                      <a16:colId xmlns:a16="http://schemas.microsoft.com/office/drawing/2014/main" xmlns="" val="4281352278"/>
                    </a:ext>
                  </a:extLst>
                </a:gridCol>
                <a:gridCol w="698402">
                  <a:extLst>
                    <a:ext uri="{9D8B030D-6E8A-4147-A177-3AD203B41FA5}">
                      <a16:colId xmlns:a16="http://schemas.microsoft.com/office/drawing/2014/main" xmlns="" val="3438208742"/>
                    </a:ext>
                  </a:extLst>
                </a:gridCol>
                <a:gridCol w="734398">
                  <a:extLst>
                    <a:ext uri="{9D8B030D-6E8A-4147-A177-3AD203B41FA5}">
                      <a16:colId xmlns:a16="http://schemas.microsoft.com/office/drawing/2014/main" xmlns="" val="187228489"/>
                    </a:ext>
                  </a:extLst>
                </a:gridCol>
                <a:gridCol w="727202">
                  <a:extLst>
                    <a:ext uri="{9D8B030D-6E8A-4147-A177-3AD203B41FA5}">
                      <a16:colId xmlns:a16="http://schemas.microsoft.com/office/drawing/2014/main" xmlns="" val="3621401414"/>
                    </a:ext>
                  </a:extLst>
                </a:gridCol>
                <a:gridCol w="784798">
                  <a:extLst>
                    <a:ext uri="{9D8B030D-6E8A-4147-A177-3AD203B41FA5}">
                      <a16:colId xmlns:a16="http://schemas.microsoft.com/office/drawing/2014/main" xmlns="" val="3476832097"/>
                    </a:ext>
                  </a:extLst>
                </a:gridCol>
                <a:gridCol w="799202">
                  <a:extLst>
                    <a:ext uri="{9D8B030D-6E8A-4147-A177-3AD203B41FA5}">
                      <a16:colId xmlns:a16="http://schemas.microsoft.com/office/drawing/2014/main" xmlns="" val="1455442449"/>
                    </a:ext>
                  </a:extLst>
                </a:gridCol>
                <a:gridCol w="734398">
                  <a:extLst>
                    <a:ext uri="{9D8B030D-6E8A-4147-A177-3AD203B41FA5}">
                      <a16:colId xmlns:a16="http://schemas.microsoft.com/office/drawing/2014/main" xmlns="" val="1135985938"/>
                    </a:ext>
                  </a:extLst>
                </a:gridCol>
                <a:gridCol w="639516">
                  <a:extLst>
                    <a:ext uri="{9D8B030D-6E8A-4147-A177-3AD203B41FA5}">
                      <a16:colId xmlns:a16="http://schemas.microsoft.com/office/drawing/2014/main" xmlns="" val="2573558207"/>
                    </a:ext>
                  </a:extLst>
                </a:gridCol>
                <a:gridCol w="886886">
                  <a:extLst>
                    <a:ext uri="{9D8B030D-6E8A-4147-A177-3AD203B41FA5}">
                      <a16:colId xmlns:a16="http://schemas.microsoft.com/office/drawing/2014/main" xmlns="" val="1477330890"/>
                    </a:ext>
                  </a:extLst>
                </a:gridCol>
                <a:gridCol w="690908">
                  <a:extLst>
                    <a:ext uri="{9D8B030D-6E8A-4147-A177-3AD203B41FA5}">
                      <a16:colId xmlns:a16="http://schemas.microsoft.com/office/drawing/2014/main" xmlns="" val="1462889576"/>
                    </a:ext>
                  </a:extLst>
                </a:gridCol>
                <a:gridCol w="788897">
                  <a:extLst>
                    <a:ext uri="{9D8B030D-6E8A-4147-A177-3AD203B41FA5}">
                      <a16:colId xmlns:a16="http://schemas.microsoft.com/office/drawing/2014/main" xmlns="" val="3576965661"/>
                    </a:ext>
                  </a:extLst>
                </a:gridCol>
              </a:tblGrid>
              <a:tr h="4181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0318490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T-map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4959790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Timetable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07812723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Plan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3743235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배포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39694616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xmlns="" id="{F7C9E128-FA6A-4549-8CB5-14E72A88B248}"/>
              </a:ext>
            </a:extLst>
          </p:cNvPr>
          <p:cNvGrpSpPr/>
          <p:nvPr/>
        </p:nvGrpSpPr>
        <p:grpSpPr>
          <a:xfrm>
            <a:off x="3485904" y="1669714"/>
            <a:ext cx="7626466" cy="2323755"/>
            <a:chOff x="3315783" y="1838000"/>
            <a:chExt cx="7626466" cy="2323755"/>
          </a:xfrm>
        </p:grpSpPr>
        <p:sp>
          <p:nvSpPr>
            <p:cNvPr id="40" name="원호 39">
              <a:extLst>
                <a:ext uri="{FF2B5EF4-FFF2-40B4-BE49-F238E27FC236}">
                  <a16:creationId xmlns:a16="http://schemas.microsoft.com/office/drawing/2014/main" xmlns="" id="{B6F5B38D-1107-4E3C-87CE-09D2CBC11DD1}"/>
                </a:ext>
              </a:extLst>
            </p:cNvPr>
            <p:cNvSpPr/>
            <p:nvPr/>
          </p:nvSpPr>
          <p:spPr>
            <a:xfrm rot="5400000">
              <a:off x="3315783" y="1838001"/>
              <a:ext cx="1499267" cy="1499266"/>
            </a:xfrm>
            <a:prstGeom prst="arc">
              <a:avLst>
                <a:gd name="adj1" fmla="val 16029660"/>
                <a:gd name="adj2" fmla="val 21546426"/>
              </a:avLst>
            </a:prstGeom>
            <a:ln w="2540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원호 40">
              <a:extLst>
                <a:ext uri="{FF2B5EF4-FFF2-40B4-BE49-F238E27FC236}">
                  <a16:creationId xmlns:a16="http://schemas.microsoft.com/office/drawing/2014/main" xmlns="" id="{DD11DBD2-1B71-482A-B537-4C35D651FC9E}"/>
                </a:ext>
              </a:extLst>
            </p:cNvPr>
            <p:cNvSpPr/>
            <p:nvPr/>
          </p:nvSpPr>
          <p:spPr>
            <a:xfrm>
              <a:off x="33157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696E7E3E-1840-4516-8683-E60A11182E9E}"/>
                </a:ext>
              </a:extLst>
            </p:cNvPr>
            <p:cNvSpPr txBox="1"/>
            <p:nvPr/>
          </p:nvSpPr>
          <p:spPr>
            <a:xfrm>
              <a:off x="35771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テキスト ボックス 17">
              <a:extLst>
                <a:ext uri="{FF2B5EF4-FFF2-40B4-BE49-F238E27FC236}">
                  <a16:creationId xmlns:a16="http://schemas.microsoft.com/office/drawing/2014/main" xmlns="" id="{AD539237-5DE9-498C-A863-8F5992269413}"/>
                </a:ext>
              </a:extLst>
            </p:cNvPr>
            <p:cNvSpPr txBox="1"/>
            <p:nvPr/>
          </p:nvSpPr>
          <p:spPr>
            <a:xfrm>
              <a:off x="3595575" y="3761645"/>
              <a:ext cx="9396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+mn-ea"/>
                </a:rPr>
                <a:t>T-map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44" name="テキスト ボックス 17">
              <a:extLst>
                <a:ext uri="{FF2B5EF4-FFF2-40B4-BE49-F238E27FC236}">
                  <a16:creationId xmlns:a16="http://schemas.microsoft.com/office/drawing/2014/main" xmlns="" id="{6BDBEB5C-3CCE-49D5-9604-49229FEABBE6}"/>
                </a:ext>
              </a:extLst>
            </p:cNvPr>
            <p:cNvSpPr txBox="1"/>
            <p:nvPr/>
          </p:nvSpPr>
          <p:spPr>
            <a:xfrm>
              <a:off x="6442417" y="3752827"/>
              <a:ext cx="13227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+mn-ea"/>
                </a:rPr>
                <a:t>Timetable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45" name="テキスト ボックス 17">
              <a:extLst>
                <a:ext uri="{FF2B5EF4-FFF2-40B4-BE49-F238E27FC236}">
                  <a16:creationId xmlns:a16="http://schemas.microsoft.com/office/drawing/2014/main" xmlns="" id="{5FBEC438-FAE6-478A-9A51-7F77A0BC9E2E}"/>
                </a:ext>
              </a:extLst>
            </p:cNvPr>
            <p:cNvSpPr txBox="1"/>
            <p:nvPr/>
          </p:nvSpPr>
          <p:spPr>
            <a:xfrm>
              <a:off x="9858229" y="3752827"/>
              <a:ext cx="6751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+mn-ea"/>
                </a:rPr>
                <a:t>Plan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46" name="원호 45">
              <a:extLst>
                <a:ext uri="{FF2B5EF4-FFF2-40B4-BE49-F238E27FC236}">
                  <a16:creationId xmlns:a16="http://schemas.microsoft.com/office/drawing/2014/main" xmlns="" id="{28DD0A64-0DB0-41C3-B01C-A423CD2BBCF2}"/>
                </a:ext>
              </a:extLst>
            </p:cNvPr>
            <p:cNvSpPr/>
            <p:nvPr/>
          </p:nvSpPr>
          <p:spPr>
            <a:xfrm>
              <a:off x="63541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935665F0-9F2E-4F27-8143-319660C7FF1F}"/>
                </a:ext>
              </a:extLst>
            </p:cNvPr>
            <p:cNvSpPr txBox="1"/>
            <p:nvPr/>
          </p:nvSpPr>
          <p:spPr>
            <a:xfrm>
              <a:off x="66155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8" name="원호 47">
              <a:extLst>
                <a:ext uri="{FF2B5EF4-FFF2-40B4-BE49-F238E27FC236}">
                  <a16:creationId xmlns:a16="http://schemas.microsoft.com/office/drawing/2014/main" xmlns="" id="{B72A94F4-2C5D-4255-A071-8048A36058BA}"/>
                </a:ext>
              </a:extLst>
            </p:cNvPr>
            <p:cNvSpPr/>
            <p:nvPr/>
          </p:nvSpPr>
          <p:spPr>
            <a:xfrm>
              <a:off x="94429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DAA357C8-5592-4BDD-B4A3-4F9DF5E7A453}"/>
                </a:ext>
              </a:extLst>
            </p:cNvPr>
            <p:cNvSpPr txBox="1"/>
            <p:nvPr/>
          </p:nvSpPr>
          <p:spPr>
            <a:xfrm>
              <a:off x="97043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FC2006BD-C9AF-4387-9568-41F39C34E5A6}"/>
              </a:ext>
            </a:extLst>
          </p:cNvPr>
          <p:cNvSpPr txBox="1"/>
          <p:nvPr/>
        </p:nvSpPr>
        <p:spPr>
          <a:xfrm>
            <a:off x="863600" y="285462"/>
            <a:ext cx="3393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팀원 소개 및 역할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D327AD8D-A49B-4AE7-A1DC-BA64103BE200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1B394D54-AC5C-44DD-8AA5-3BD938C450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496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CE46840B-7A26-4CB9-9FDA-CF9F642BF3BC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그룹 112">
            <a:extLst>
              <a:ext uri="{FF2B5EF4-FFF2-40B4-BE49-F238E27FC236}">
                <a16:creationId xmlns:a16="http://schemas.microsoft.com/office/drawing/2014/main" xmlns="" id="{3A5D8872-B0BE-4753-8E7E-72FEDBE3D6D7}"/>
              </a:ext>
            </a:extLst>
          </p:cNvPr>
          <p:cNvGrpSpPr/>
          <p:nvPr/>
        </p:nvGrpSpPr>
        <p:grpSpPr>
          <a:xfrm>
            <a:off x="280667" y="1364904"/>
            <a:ext cx="2611390" cy="711992"/>
            <a:chOff x="389355" y="547877"/>
            <a:chExt cx="2611390" cy="823724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xmlns="" id="{E834E731-3232-4288-B5FE-75D062DAB897}"/>
                </a:ext>
              </a:extLst>
            </p:cNvPr>
            <p:cNvSpPr/>
            <p:nvPr/>
          </p:nvSpPr>
          <p:spPr>
            <a:xfrm>
              <a:off x="389355" y="547877"/>
              <a:ext cx="2611390" cy="8237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xmlns="" id="{B1BBE970-7AE5-4D82-97AB-0B32FC0F3317}"/>
                </a:ext>
              </a:extLst>
            </p:cNvPr>
            <p:cNvSpPr txBox="1"/>
            <p:nvPr/>
          </p:nvSpPr>
          <p:spPr>
            <a:xfrm>
              <a:off x="488963" y="672173"/>
              <a:ext cx="2433439" cy="516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3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팀원 </a:t>
              </a:r>
              <a:r>
                <a:rPr lang="en-US" altLang="ko-KR" sz="23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sz="23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이용관</a:t>
              </a:r>
            </a:p>
          </p:txBody>
        </p:sp>
      </p:grpSp>
      <p:graphicFrame>
        <p:nvGraphicFramePr>
          <p:cNvPr id="38" name="표 14">
            <a:extLst>
              <a:ext uri="{FF2B5EF4-FFF2-40B4-BE49-F238E27FC236}">
                <a16:creationId xmlns:a16="http://schemas.microsoft.com/office/drawing/2014/main" xmlns="" id="{C1AD8F62-1C54-4D81-A3BC-C78F9304A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881280"/>
              </p:ext>
            </p:extLst>
          </p:nvPr>
        </p:nvGraphicFramePr>
        <p:xfrm>
          <a:off x="2997140" y="4142850"/>
          <a:ext cx="8677867" cy="2312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062">
                  <a:extLst>
                    <a:ext uri="{9D8B030D-6E8A-4147-A177-3AD203B41FA5}">
                      <a16:colId xmlns:a16="http://schemas.microsoft.com/office/drawing/2014/main" xmlns="" val="4281352278"/>
                    </a:ext>
                  </a:extLst>
                </a:gridCol>
                <a:gridCol w="777600">
                  <a:extLst>
                    <a:ext uri="{9D8B030D-6E8A-4147-A177-3AD203B41FA5}">
                      <a16:colId xmlns:a16="http://schemas.microsoft.com/office/drawing/2014/main" xmlns="" val="3438208742"/>
                    </a:ext>
                  </a:extLst>
                </a:gridCol>
                <a:gridCol w="655200">
                  <a:extLst>
                    <a:ext uri="{9D8B030D-6E8A-4147-A177-3AD203B41FA5}">
                      <a16:colId xmlns:a16="http://schemas.microsoft.com/office/drawing/2014/main" xmlns="" val="187228489"/>
                    </a:ext>
                  </a:extLst>
                </a:gridCol>
                <a:gridCol w="806400">
                  <a:extLst>
                    <a:ext uri="{9D8B030D-6E8A-4147-A177-3AD203B41FA5}">
                      <a16:colId xmlns:a16="http://schemas.microsoft.com/office/drawing/2014/main" xmlns="" val="3621401414"/>
                    </a:ext>
                  </a:extLst>
                </a:gridCol>
                <a:gridCol w="734400">
                  <a:extLst>
                    <a:ext uri="{9D8B030D-6E8A-4147-A177-3AD203B41FA5}">
                      <a16:colId xmlns:a16="http://schemas.microsoft.com/office/drawing/2014/main" xmlns="" val="3476832097"/>
                    </a:ext>
                  </a:extLst>
                </a:gridCol>
                <a:gridCol w="849600">
                  <a:extLst>
                    <a:ext uri="{9D8B030D-6E8A-4147-A177-3AD203B41FA5}">
                      <a16:colId xmlns:a16="http://schemas.microsoft.com/office/drawing/2014/main" xmlns="" val="1455442449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xmlns="" val="1135985938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xmlns="" val="2573558207"/>
                    </a:ext>
                  </a:extLst>
                </a:gridCol>
                <a:gridCol w="886886">
                  <a:extLst>
                    <a:ext uri="{9D8B030D-6E8A-4147-A177-3AD203B41FA5}">
                      <a16:colId xmlns:a16="http://schemas.microsoft.com/office/drawing/2014/main" xmlns="" val="1477330890"/>
                    </a:ext>
                  </a:extLst>
                </a:gridCol>
                <a:gridCol w="690908">
                  <a:extLst>
                    <a:ext uri="{9D8B030D-6E8A-4147-A177-3AD203B41FA5}">
                      <a16:colId xmlns:a16="http://schemas.microsoft.com/office/drawing/2014/main" xmlns="" val="1462889576"/>
                    </a:ext>
                  </a:extLst>
                </a:gridCol>
                <a:gridCol w="788897">
                  <a:extLst>
                    <a:ext uri="{9D8B030D-6E8A-4147-A177-3AD203B41FA5}">
                      <a16:colId xmlns:a16="http://schemas.microsoft.com/office/drawing/2014/main" xmlns="" val="3576965661"/>
                    </a:ext>
                  </a:extLst>
                </a:gridCol>
              </a:tblGrid>
              <a:tr h="4181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0318490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Template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4959790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Member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07812723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Cart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3743235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배포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39694616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xmlns="" id="{7A709FBF-CB08-407E-AE37-7550D60ECE38}"/>
              </a:ext>
            </a:extLst>
          </p:cNvPr>
          <p:cNvGrpSpPr/>
          <p:nvPr/>
        </p:nvGrpSpPr>
        <p:grpSpPr>
          <a:xfrm>
            <a:off x="3485904" y="1669714"/>
            <a:ext cx="7626466" cy="2323755"/>
            <a:chOff x="3315783" y="1838000"/>
            <a:chExt cx="7626466" cy="2323755"/>
          </a:xfrm>
        </p:grpSpPr>
        <p:sp>
          <p:nvSpPr>
            <p:cNvPr id="40" name="원호 39">
              <a:extLst>
                <a:ext uri="{FF2B5EF4-FFF2-40B4-BE49-F238E27FC236}">
                  <a16:creationId xmlns:a16="http://schemas.microsoft.com/office/drawing/2014/main" xmlns="" id="{4B487B5A-0327-4B9D-8E0C-296AE4D804D0}"/>
                </a:ext>
              </a:extLst>
            </p:cNvPr>
            <p:cNvSpPr/>
            <p:nvPr/>
          </p:nvSpPr>
          <p:spPr>
            <a:xfrm rot="5400000">
              <a:off x="3315783" y="1838001"/>
              <a:ext cx="1499267" cy="1499266"/>
            </a:xfrm>
            <a:prstGeom prst="arc">
              <a:avLst>
                <a:gd name="adj1" fmla="val 16029660"/>
                <a:gd name="adj2" fmla="val 21546426"/>
              </a:avLst>
            </a:prstGeom>
            <a:ln w="2540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원호 40">
              <a:extLst>
                <a:ext uri="{FF2B5EF4-FFF2-40B4-BE49-F238E27FC236}">
                  <a16:creationId xmlns:a16="http://schemas.microsoft.com/office/drawing/2014/main" xmlns="" id="{76F6036B-F4A9-4C1E-9432-0A28B207BCB9}"/>
                </a:ext>
              </a:extLst>
            </p:cNvPr>
            <p:cNvSpPr/>
            <p:nvPr/>
          </p:nvSpPr>
          <p:spPr>
            <a:xfrm>
              <a:off x="33157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A1EFA6D8-4DD3-42F3-BBA2-407A20824250}"/>
                </a:ext>
              </a:extLst>
            </p:cNvPr>
            <p:cNvSpPr txBox="1"/>
            <p:nvPr/>
          </p:nvSpPr>
          <p:spPr>
            <a:xfrm>
              <a:off x="35771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テキスト ボックス 17">
              <a:extLst>
                <a:ext uri="{FF2B5EF4-FFF2-40B4-BE49-F238E27FC236}">
                  <a16:creationId xmlns:a16="http://schemas.microsoft.com/office/drawing/2014/main" xmlns="" id="{2DCB392D-F25B-4AD0-BE94-5C5F6F79BD6B}"/>
                </a:ext>
              </a:extLst>
            </p:cNvPr>
            <p:cNvSpPr txBox="1"/>
            <p:nvPr/>
          </p:nvSpPr>
          <p:spPr>
            <a:xfrm>
              <a:off x="3450600" y="3761645"/>
              <a:ext cx="12296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+mn-ea"/>
                </a:rPr>
                <a:t>Template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44" name="テキスト ボックス 17">
              <a:extLst>
                <a:ext uri="{FF2B5EF4-FFF2-40B4-BE49-F238E27FC236}">
                  <a16:creationId xmlns:a16="http://schemas.microsoft.com/office/drawing/2014/main" xmlns="" id="{E19A517B-D872-44F4-9D12-4DF997AEA273}"/>
                </a:ext>
              </a:extLst>
            </p:cNvPr>
            <p:cNvSpPr txBox="1"/>
            <p:nvPr/>
          </p:nvSpPr>
          <p:spPr>
            <a:xfrm>
              <a:off x="6524971" y="3761645"/>
              <a:ext cx="11673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+mn-ea"/>
                </a:rPr>
                <a:t>Member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45" name="テキスト ボックス 17">
              <a:extLst>
                <a:ext uri="{FF2B5EF4-FFF2-40B4-BE49-F238E27FC236}">
                  <a16:creationId xmlns:a16="http://schemas.microsoft.com/office/drawing/2014/main" xmlns="" id="{274BA03A-0635-44C3-9B0D-A39DBA89FBEB}"/>
                </a:ext>
              </a:extLst>
            </p:cNvPr>
            <p:cNvSpPr txBox="1"/>
            <p:nvPr/>
          </p:nvSpPr>
          <p:spPr>
            <a:xfrm>
              <a:off x="9879068" y="3761645"/>
              <a:ext cx="6687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+mn-ea"/>
                </a:rPr>
                <a:t>Cart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46" name="원호 45">
              <a:extLst>
                <a:ext uri="{FF2B5EF4-FFF2-40B4-BE49-F238E27FC236}">
                  <a16:creationId xmlns:a16="http://schemas.microsoft.com/office/drawing/2014/main" xmlns="" id="{F2E360FF-9100-4415-B9E4-57C98A34EF12}"/>
                </a:ext>
              </a:extLst>
            </p:cNvPr>
            <p:cNvSpPr/>
            <p:nvPr/>
          </p:nvSpPr>
          <p:spPr>
            <a:xfrm>
              <a:off x="63541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56B31E6C-016F-4A0C-8D57-5F1E31A46563}"/>
                </a:ext>
              </a:extLst>
            </p:cNvPr>
            <p:cNvSpPr txBox="1"/>
            <p:nvPr/>
          </p:nvSpPr>
          <p:spPr>
            <a:xfrm>
              <a:off x="66155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8" name="원호 47">
              <a:extLst>
                <a:ext uri="{FF2B5EF4-FFF2-40B4-BE49-F238E27FC236}">
                  <a16:creationId xmlns:a16="http://schemas.microsoft.com/office/drawing/2014/main" xmlns="" id="{A03AA515-3471-4CE7-B04C-9D92EE28088E}"/>
                </a:ext>
              </a:extLst>
            </p:cNvPr>
            <p:cNvSpPr/>
            <p:nvPr/>
          </p:nvSpPr>
          <p:spPr>
            <a:xfrm>
              <a:off x="94429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912A39E8-8C7B-43ED-A408-546BE32ACC4C}"/>
                </a:ext>
              </a:extLst>
            </p:cNvPr>
            <p:cNvSpPr txBox="1"/>
            <p:nvPr/>
          </p:nvSpPr>
          <p:spPr>
            <a:xfrm>
              <a:off x="97043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591CA884-FB33-4F1B-A456-FCC2EA9A3748}"/>
              </a:ext>
            </a:extLst>
          </p:cNvPr>
          <p:cNvSpPr txBox="1"/>
          <p:nvPr/>
        </p:nvSpPr>
        <p:spPr>
          <a:xfrm>
            <a:off x="863600" y="285462"/>
            <a:ext cx="3393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팀원 소개 및 역할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C1052647-5EDC-4F6D-8969-92A466E01569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3E906E26-A1E5-4BF3-8710-E4DFE7E2E4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68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CE46840B-7A26-4CB9-9FDA-CF9F642BF3BC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그룹 112">
            <a:extLst>
              <a:ext uri="{FF2B5EF4-FFF2-40B4-BE49-F238E27FC236}">
                <a16:creationId xmlns:a16="http://schemas.microsoft.com/office/drawing/2014/main" xmlns="" id="{3A5D8872-B0BE-4753-8E7E-72FEDBE3D6D7}"/>
              </a:ext>
            </a:extLst>
          </p:cNvPr>
          <p:cNvGrpSpPr/>
          <p:nvPr/>
        </p:nvGrpSpPr>
        <p:grpSpPr>
          <a:xfrm>
            <a:off x="280667" y="1364904"/>
            <a:ext cx="2611390" cy="711992"/>
            <a:chOff x="389355" y="547877"/>
            <a:chExt cx="2611390" cy="823724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xmlns="" id="{E834E731-3232-4288-B5FE-75D062DAB897}"/>
                </a:ext>
              </a:extLst>
            </p:cNvPr>
            <p:cNvSpPr/>
            <p:nvPr/>
          </p:nvSpPr>
          <p:spPr>
            <a:xfrm>
              <a:off x="389355" y="547877"/>
              <a:ext cx="2611390" cy="8237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xmlns="" id="{B1BBE970-7AE5-4D82-97AB-0B32FC0F3317}"/>
                </a:ext>
              </a:extLst>
            </p:cNvPr>
            <p:cNvSpPr txBox="1"/>
            <p:nvPr/>
          </p:nvSpPr>
          <p:spPr>
            <a:xfrm>
              <a:off x="488963" y="672173"/>
              <a:ext cx="2433439" cy="516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3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팀원 </a:t>
              </a:r>
              <a:r>
                <a:rPr lang="en-US" altLang="ko-KR" sz="23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sz="23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이헌</a:t>
              </a:r>
              <a:endParaRPr lang="ko-KR" altLang="en-US" sz="2300" spc="-1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aphicFrame>
        <p:nvGraphicFramePr>
          <p:cNvPr id="38" name="표 14">
            <a:extLst>
              <a:ext uri="{FF2B5EF4-FFF2-40B4-BE49-F238E27FC236}">
                <a16:creationId xmlns:a16="http://schemas.microsoft.com/office/drawing/2014/main" xmlns="" id="{0D4B67D8-D111-46C7-B296-8238F3295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727688"/>
              </p:ext>
            </p:extLst>
          </p:nvPr>
        </p:nvGraphicFramePr>
        <p:xfrm>
          <a:off x="2997140" y="4142850"/>
          <a:ext cx="8677867" cy="2090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062">
                  <a:extLst>
                    <a:ext uri="{9D8B030D-6E8A-4147-A177-3AD203B41FA5}">
                      <a16:colId xmlns:a16="http://schemas.microsoft.com/office/drawing/2014/main" xmlns="" val="4281352278"/>
                    </a:ext>
                  </a:extLst>
                </a:gridCol>
                <a:gridCol w="777600">
                  <a:extLst>
                    <a:ext uri="{9D8B030D-6E8A-4147-A177-3AD203B41FA5}">
                      <a16:colId xmlns:a16="http://schemas.microsoft.com/office/drawing/2014/main" xmlns="" val="3438208742"/>
                    </a:ext>
                  </a:extLst>
                </a:gridCol>
                <a:gridCol w="655200">
                  <a:extLst>
                    <a:ext uri="{9D8B030D-6E8A-4147-A177-3AD203B41FA5}">
                      <a16:colId xmlns:a16="http://schemas.microsoft.com/office/drawing/2014/main" xmlns="" val="187228489"/>
                    </a:ext>
                  </a:extLst>
                </a:gridCol>
                <a:gridCol w="806400">
                  <a:extLst>
                    <a:ext uri="{9D8B030D-6E8A-4147-A177-3AD203B41FA5}">
                      <a16:colId xmlns:a16="http://schemas.microsoft.com/office/drawing/2014/main" xmlns="" val="3621401414"/>
                    </a:ext>
                  </a:extLst>
                </a:gridCol>
                <a:gridCol w="734400">
                  <a:extLst>
                    <a:ext uri="{9D8B030D-6E8A-4147-A177-3AD203B41FA5}">
                      <a16:colId xmlns:a16="http://schemas.microsoft.com/office/drawing/2014/main" xmlns="" val="3476832097"/>
                    </a:ext>
                  </a:extLst>
                </a:gridCol>
                <a:gridCol w="849600">
                  <a:extLst>
                    <a:ext uri="{9D8B030D-6E8A-4147-A177-3AD203B41FA5}">
                      <a16:colId xmlns:a16="http://schemas.microsoft.com/office/drawing/2014/main" xmlns="" val="1455442449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xmlns="" val="1135985938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xmlns="" val="2573558207"/>
                    </a:ext>
                  </a:extLst>
                </a:gridCol>
                <a:gridCol w="886886">
                  <a:extLst>
                    <a:ext uri="{9D8B030D-6E8A-4147-A177-3AD203B41FA5}">
                      <a16:colId xmlns:a16="http://schemas.microsoft.com/office/drawing/2014/main" xmlns="" val="1477330890"/>
                    </a:ext>
                  </a:extLst>
                </a:gridCol>
                <a:gridCol w="690908">
                  <a:extLst>
                    <a:ext uri="{9D8B030D-6E8A-4147-A177-3AD203B41FA5}">
                      <a16:colId xmlns:a16="http://schemas.microsoft.com/office/drawing/2014/main" xmlns="" val="1462889576"/>
                    </a:ext>
                  </a:extLst>
                </a:gridCol>
                <a:gridCol w="788897">
                  <a:extLst>
                    <a:ext uri="{9D8B030D-6E8A-4147-A177-3AD203B41FA5}">
                      <a16:colId xmlns:a16="http://schemas.microsoft.com/office/drawing/2014/main" xmlns="" val="3576965661"/>
                    </a:ext>
                  </a:extLst>
                </a:gridCol>
              </a:tblGrid>
              <a:tr h="4181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0318490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Food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4959790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Reply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07812723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ChatBot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3743235"/>
                  </a:ext>
                </a:extLst>
              </a:tr>
              <a:tr h="418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배포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39694616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xmlns="" id="{7D7648E9-D627-4850-A24D-6699B8EC7E14}"/>
              </a:ext>
            </a:extLst>
          </p:cNvPr>
          <p:cNvGrpSpPr/>
          <p:nvPr/>
        </p:nvGrpSpPr>
        <p:grpSpPr>
          <a:xfrm>
            <a:off x="3485904" y="1669714"/>
            <a:ext cx="7626466" cy="2323755"/>
            <a:chOff x="3315783" y="1838000"/>
            <a:chExt cx="7626466" cy="2323755"/>
          </a:xfrm>
        </p:grpSpPr>
        <p:sp>
          <p:nvSpPr>
            <p:cNvPr id="40" name="원호 39">
              <a:extLst>
                <a:ext uri="{FF2B5EF4-FFF2-40B4-BE49-F238E27FC236}">
                  <a16:creationId xmlns:a16="http://schemas.microsoft.com/office/drawing/2014/main" xmlns="" id="{C1134BAD-5B5A-4217-BCAE-EB1B4F1C811D}"/>
                </a:ext>
              </a:extLst>
            </p:cNvPr>
            <p:cNvSpPr/>
            <p:nvPr/>
          </p:nvSpPr>
          <p:spPr>
            <a:xfrm rot="5400000">
              <a:off x="3315783" y="1838001"/>
              <a:ext cx="1499267" cy="1499266"/>
            </a:xfrm>
            <a:prstGeom prst="arc">
              <a:avLst>
                <a:gd name="adj1" fmla="val 16029660"/>
                <a:gd name="adj2" fmla="val 21546426"/>
              </a:avLst>
            </a:prstGeom>
            <a:ln w="2540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원호 40">
              <a:extLst>
                <a:ext uri="{FF2B5EF4-FFF2-40B4-BE49-F238E27FC236}">
                  <a16:creationId xmlns:a16="http://schemas.microsoft.com/office/drawing/2014/main" xmlns="" id="{0622486F-2921-4AC6-951A-78512108B147}"/>
                </a:ext>
              </a:extLst>
            </p:cNvPr>
            <p:cNvSpPr/>
            <p:nvPr/>
          </p:nvSpPr>
          <p:spPr>
            <a:xfrm>
              <a:off x="33157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D59C5DC4-7C50-4B7A-B777-5291D1899B04}"/>
                </a:ext>
              </a:extLst>
            </p:cNvPr>
            <p:cNvSpPr txBox="1"/>
            <p:nvPr/>
          </p:nvSpPr>
          <p:spPr>
            <a:xfrm>
              <a:off x="35771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テキスト ボックス 17">
              <a:extLst>
                <a:ext uri="{FF2B5EF4-FFF2-40B4-BE49-F238E27FC236}">
                  <a16:creationId xmlns:a16="http://schemas.microsoft.com/office/drawing/2014/main" xmlns="" id="{B1A2925E-9A43-469F-B95E-2FBEDE9939CC}"/>
                </a:ext>
              </a:extLst>
            </p:cNvPr>
            <p:cNvSpPr txBox="1"/>
            <p:nvPr/>
          </p:nvSpPr>
          <p:spPr>
            <a:xfrm>
              <a:off x="3591067" y="3761645"/>
              <a:ext cx="7745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+mn-ea"/>
                </a:rPr>
                <a:t>Food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44" name="テキスト ボックス 17">
              <a:extLst>
                <a:ext uri="{FF2B5EF4-FFF2-40B4-BE49-F238E27FC236}">
                  <a16:creationId xmlns:a16="http://schemas.microsoft.com/office/drawing/2014/main" xmlns="" id="{2BD67ED7-5207-48A5-9A80-CCECC4FB69D2}"/>
                </a:ext>
              </a:extLst>
            </p:cNvPr>
            <p:cNvSpPr txBox="1"/>
            <p:nvPr/>
          </p:nvSpPr>
          <p:spPr>
            <a:xfrm>
              <a:off x="6696364" y="3761645"/>
              <a:ext cx="8149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+mn-ea"/>
                </a:rPr>
                <a:t>Reply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45" name="テキスト ボックス 17">
              <a:extLst>
                <a:ext uri="{FF2B5EF4-FFF2-40B4-BE49-F238E27FC236}">
                  <a16:creationId xmlns:a16="http://schemas.microsoft.com/office/drawing/2014/main" xmlns="" id="{1935CA2B-06BA-481D-A651-97FD2D62E85A}"/>
                </a:ext>
              </a:extLst>
            </p:cNvPr>
            <p:cNvSpPr txBox="1"/>
            <p:nvPr/>
          </p:nvSpPr>
          <p:spPr>
            <a:xfrm>
              <a:off x="9633964" y="3761645"/>
              <a:ext cx="11095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 err="1">
                  <a:latin typeface="+mn-ea"/>
                </a:rPr>
                <a:t>ChatBot</a:t>
              </a:r>
              <a:endParaRPr kumimoji="1" lang="ja-JP" altLang="en-US" sz="2000" dirty="0">
                <a:latin typeface="+mn-ea"/>
              </a:endParaRPr>
            </a:p>
          </p:txBody>
        </p:sp>
        <p:sp>
          <p:nvSpPr>
            <p:cNvPr id="46" name="원호 45">
              <a:extLst>
                <a:ext uri="{FF2B5EF4-FFF2-40B4-BE49-F238E27FC236}">
                  <a16:creationId xmlns:a16="http://schemas.microsoft.com/office/drawing/2014/main" xmlns="" id="{71C332E9-BA21-4A77-B771-A67D4CA45878}"/>
                </a:ext>
              </a:extLst>
            </p:cNvPr>
            <p:cNvSpPr/>
            <p:nvPr/>
          </p:nvSpPr>
          <p:spPr>
            <a:xfrm>
              <a:off x="63541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E32E3340-D3E0-47A4-972F-05619E560E8B}"/>
                </a:ext>
              </a:extLst>
            </p:cNvPr>
            <p:cNvSpPr txBox="1"/>
            <p:nvPr/>
          </p:nvSpPr>
          <p:spPr>
            <a:xfrm>
              <a:off x="66155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8" name="원호 47">
              <a:extLst>
                <a:ext uri="{FF2B5EF4-FFF2-40B4-BE49-F238E27FC236}">
                  <a16:creationId xmlns:a16="http://schemas.microsoft.com/office/drawing/2014/main" xmlns="" id="{29A7D873-D3C0-422A-889E-C17465525EE7}"/>
                </a:ext>
              </a:extLst>
            </p:cNvPr>
            <p:cNvSpPr/>
            <p:nvPr/>
          </p:nvSpPr>
          <p:spPr>
            <a:xfrm>
              <a:off x="9442983" y="1838001"/>
              <a:ext cx="1499266" cy="1499267"/>
            </a:xfrm>
            <a:prstGeom prst="arc">
              <a:avLst>
                <a:gd name="adj1" fmla="val 5320067"/>
                <a:gd name="adj2" fmla="val 5309212"/>
              </a:avLst>
            </a:prstGeom>
            <a:ln w="3810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46195E1C-B965-4B30-8312-E46E210F5E6D}"/>
                </a:ext>
              </a:extLst>
            </p:cNvPr>
            <p:cNvSpPr txBox="1"/>
            <p:nvPr/>
          </p:nvSpPr>
          <p:spPr>
            <a:xfrm>
              <a:off x="9704341" y="2364596"/>
              <a:ext cx="976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100%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7C46C6FE-2103-4949-A3F1-B093A84DFB02}"/>
              </a:ext>
            </a:extLst>
          </p:cNvPr>
          <p:cNvSpPr txBox="1"/>
          <p:nvPr/>
        </p:nvSpPr>
        <p:spPr>
          <a:xfrm>
            <a:off x="863600" y="285462"/>
            <a:ext cx="3393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팀원 소개 및 역할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CC8024D5-3D36-4150-AE3B-61FAF96E4D22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AF53714F-EB3C-4287-A245-79C7E799DF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1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24438454-4445-470C-9B40-D588F897473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0E5AFEBE-345C-421D-9E6A-4A0DD540B24B}"/>
              </a:ext>
            </a:extLst>
          </p:cNvPr>
          <p:cNvGrpSpPr/>
          <p:nvPr/>
        </p:nvGrpSpPr>
        <p:grpSpPr>
          <a:xfrm>
            <a:off x="833855" y="2853155"/>
            <a:ext cx="6200545" cy="1151690"/>
            <a:chOff x="656055" y="2853155"/>
            <a:chExt cx="4335045" cy="115169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EB4A39E7-0F8D-4B93-9BCE-D8074ADB296F}"/>
                </a:ext>
              </a:extLst>
            </p:cNvPr>
            <p:cNvGrpSpPr/>
            <p:nvPr/>
          </p:nvGrpSpPr>
          <p:grpSpPr>
            <a:xfrm>
              <a:off x="656055" y="2853155"/>
              <a:ext cx="4335045" cy="1151690"/>
              <a:chOff x="3792955" y="2747211"/>
              <a:chExt cx="4335045" cy="1151690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xmlns="" id="{D32F8684-B732-4FEA-8982-91A4BD399B96}"/>
                  </a:ext>
                </a:extLst>
              </p:cNvPr>
              <p:cNvSpPr/>
              <p:nvPr/>
            </p:nvSpPr>
            <p:spPr>
              <a:xfrm>
                <a:off x="3792955" y="2747211"/>
                <a:ext cx="4335045" cy="11516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ACE65F7B-89D6-4469-9DAC-DFF4F768E604}"/>
                  </a:ext>
                </a:extLst>
              </p:cNvPr>
              <p:cNvSpPr txBox="1"/>
              <p:nvPr/>
            </p:nvSpPr>
            <p:spPr>
              <a:xfrm>
                <a:off x="3948038" y="3109221"/>
                <a:ext cx="39972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프로젝트 수행 절차 및 방법 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B07BE77B-933E-4E29-84ED-CFFEE53737F1}"/>
                </a:ext>
              </a:extLst>
            </p:cNvPr>
            <p:cNvSpPr txBox="1"/>
            <p:nvPr/>
          </p:nvSpPr>
          <p:spPr>
            <a:xfrm>
              <a:off x="811138" y="2935261"/>
              <a:ext cx="568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Part 3 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1202E537-C691-4C25-811D-F6A9FC5C8A2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6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CE46840B-7A26-4CB9-9FDA-CF9F642BF3BC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4C22931-DA47-44E0-99CC-85BADFF41BAD}"/>
              </a:ext>
            </a:extLst>
          </p:cNvPr>
          <p:cNvSpPr txBox="1"/>
          <p:nvPr/>
        </p:nvSpPr>
        <p:spPr>
          <a:xfrm>
            <a:off x="863600" y="285462"/>
            <a:ext cx="3281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기간과 활동 내용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0A8ADA-1B89-429D-AB9E-B96282AEEB41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3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xmlns="" id="{CEBA6AA1-6EB0-4AC5-877E-7C5274F1C0FD}"/>
              </a:ext>
            </a:extLst>
          </p:cNvPr>
          <p:cNvCxnSpPr/>
          <p:nvPr/>
        </p:nvCxnSpPr>
        <p:spPr>
          <a:xfrm>
            <a:off x="698500" y="5103037"/>
            <a:ext cx="107950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xmlns="" id="{A2615F5E-6024-4A2C-9F0F-3EE5581F2C97}"/>
              </a:ext>
            </a:extLst>
          </p:cNvPr>
          <p:cNvGrpSpPr/>
          <p:nvPr/>
        </p:nvGrpSpPr>
        <p:grpSpPr>
          <a:xfrm>
            <a:off x="938050" y="4856577"/>
            <a:ext cx="1587500" cy="1078827"/>
            <a:chOff x="938050" y="4909740"/>
            <a:chExt cx="1587500" cy="107882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8D3F4F78-ECFD-4345-A28B-E480014F25E0}"/>
                </a:ext>
              </a:extLst>
            </p:cNvPr>
            <p:cNvSpPr txBox="1"/>
            <p:nvPr/>
          </p:nvSpPr>
          <p:spPr>
            <a:xfrm>
              <a:off x="938050" y="5619235"/>
              <a:ext cx="1587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11</a:t>
              </a:r>
              <a:r>
                <a:rPr lang="ko-KR" altLang="en-US" b="1" dirty="0"/>
                <a:t>월 </a:t>
              </a:r>
              <a:r>
                <a:rPr lang="en-US" altLang="ko-KR" b="1" dirty="0"/>
                <a:t>1</a:t>
              </a:r>
              <a:r>
                <a:rPr lang="ko-KR" altLang="en-US" b="1" dirty="0"/>
                <a:t>주차</a:t>
              </a:r>
            </a:p>
          </p:txBody>
        </p:sp>
        <p:sp>
          <p:nvSpPr>
            <p:cNvPr id="34" name="눈물 방울 33">
              <a:extLst>
                <a:ext uri="{FF2B5EF4-FFF2-40B4-BE49-F238E27FC236}">
                  <a16:creationId xmlns:a16="http://schemas.microsoft.com/office/drawing/2014/main" xmlns="" id="{B3015174-8FA7-42E9-AC30-E7FB10D71C9B}"/>
                </a:ext>
              </a:extLst>
            </p:cNvPr>
            <p:cNvSpPr/>
            <p:nvPr/>
          </p:nvSpPr>
          <p:spPr>
            <a:xfrm rot="8100000">
              <a:off x="1544335" y="4909740"/>
              <a:ext cx="374929" cy="374929"/>
            </a:xfrm>
            <a:prstGeom prst="teardrop">
              <a:avLst>
                <a:gd name="adj" fmla="val 15989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53BA6BF3-42BB-4009-8693-2651C4B19490}"/>
              </a:ext>
            </a:extLst>
          </p:cNvPr>
          <p:cNvGrpSpPr/>
          <p:nvPr/>
        </p:nvGrpSpPr>
        <p:grpSpPr>
          <a:xfrm>
            <a:off x="3075262" y="4856576"/>
            <a:ext cx="1587500" cy="1078827"/>
            <a:chOff x="4351020" y="4909739"/>
            <a:chExt cx="1587500" cy="10788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83B20D0A-56A3-4E0D-A229-0AB21C11EFED}"/>
                </a:ext>
              </a:extLst>
            </p:cNvPr>
            <p:cNvSpPr txBox="1"/>
            <p:nvPr/>
          </p:nvSpPr>
          <p:spPr>
            <a:xfrm>
              <a:off x="4351020" y="5619234"/>
              <a:ext cx="1587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11</a:t>
              </a:r>
              <a:r>
                <a:rPr lang="ko-KR" altLang="en-US" b="1" dirty="0"/>
                <a:t>월 </a:t>
              </a:r>
              <a:r>
                <a:rPr lang="en-US" altLang="ko-KR" b="1" dirty="0"/>
                <a:t>2</a:t>
              </a:r>
              <a:r>
                <a:rPr lang="ko-KR" altLang="en-US" b="1" dirty="0"/>
                <a:t>주차</a:t>
              </a:r>
            </a:p>
          </p:txBody>
        </p:sp>
        <p:sp>
          <p:nvSpPr>
            <p:cNvPr id="35" name="눈물 방울 34">
              <a:extLst>
                <a:ext uri="{FF2B5EF4-FFF2-40B4-BE49-F238E27FC236}">
                  <a16:creationId xmlns:a16="http://schemas.microsoft.com/office/drawing/2014/main" xmlns="" id="{A0E954C3-E027-4119-B210-4BABC4C69DE9}"/>
                </a:ext>
              </a:extLst>
            </p:cNvPr>
            <p:cNvSpPr/>
            <p:nvPr/>
          </p:nvSpPr>
          <p:spPr>
            <a:xfrm rot="8100000">
              <a:off x="4960481" y="4909739"/>
              <a:ext cx="374929" cy="374929"/>
            </a:xfrm>
            <a:prstGeom prst="teardrop">
              <a:avLst>
                <a:gd name="adj" fmla="val 15989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B117F534-DD23-4A53-844C-839ABABE0924}"/>
              </a:ext>
            </a:extLst>
          </p:cNvPr>
          <p:cNvGrpSpPr/>
          <p:nvPr/>
        </p:nvGrpSpPr>
        <p:grpSpPr>
          <a:xfrm>
            <a:off x="5212474" y="4856576"/>
            <a:ext cx="1587500" cy="1078827"/>
            <a:chOff x="6062980" y="4909739"/>
            <a:chExt cx="1587500" cy="107882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5F58F48F-28D9-471F-A309-9A9D5911B729}"/>
                </a:ext>
              </a:extLst>
            </p:cNvPr>
            <p:cNvSpPr txBox="1"/>
            <p:nvPr/>
          </p:nvSpPr>
          <p:spPr>
            <a:xfrm>
              <a:off x="6062980" y="5619234"/>
              <a:ext cx="1587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11</a:t>
              </a:r>
              <a:r>
                <a:rPr lang="ko-KR" altLang="en-US" b="1" dirty="0"/>
                <a:t>월 </a:t>
              </a:r>
              <a:r>
                <a:rPr lang="en-US" altLang="ko-KR" b="1" dirty="0"/>
                <a:t>3</a:t>
              </a:r>
              <a:r>
                <a:rPr lang="ko-KR" altLang="en-US" b="1" dirty="0"/>
                <a:t>주차</a:t>
              </a:r>
            </a:p>
          </p:txBody>
        </p:sp>
        <p:sp>
          <p:nvSpPr>
            <p:cNvPr id="36" name="눈물 방울 35">
              <a:extLst>
                <a:ext uri="{FF2B5EF4-FFF2-40B4-BE49-F238E27FC236}">
                  <a16:creationId xmlns:a16="http://schemas.microsoft.com/office/drawing/2014/main" xmlns="" id="{81DF9880-5B2D-4688-89F5-F07119F6BCA8}"/>
                </a:ext>
              </a:extLst>
            </p:cNvPr>
            <p:cNvSpPr/>
            <p:nvPr/>
          </p:nvSpPr>
          <p:spPr>
            <a:xfrm rot="8100000">
              <a:off x="6675617" y="4909739"/>
              <a:ext cx="374929" cy="374929"/>
            </a:xfrm>
            <a:prstGeom prst="teardrop">
              <a:avLst>
                <a:gd name="adj" fmla="val 15989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FAD89E31-0AD0-4BF7-AF41-265BFD8653EF}"/>
              </a:ext>
            </a:extLst>
          </p:cNvPr>
          <p:cNvGrpSpPr/>
          <p:nvPr/>
        </p:nvGrpSpPr>
        <p:grpSpPr>
          <a:xfrm>
            <a:off x="7349686" y="4856576"/>
            <a:ext cx="1587500" cy="1078827"/>
            <a:chOff x="7774940" y="4909739"/>
            <a:chExt cx="1587500" cy="107882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3DDAACA2-C5A0-4579-86BF-BEB61838FBE1}"/>
                </a:ext>
              </a:extLst>
            </p:cNvPr>
            <p:cNvSpPr txBox="1"/>
            <p:nvPr/>
          </p:nvSpPr>
          <p:spPr>
            <a:xfrm>
              <a:off x="7774940" y="5619234"/>
              <a:ext cx="1587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11</a:t>
              </a:r>
              <a:r>
                <a:rPr lang="ko-KR" altLang="en-US" b="1" dirty="0"/>
                <a:t>월 </a:t>
              </a:r>
              <a:r>
                <a:rPr lang="en-US" altLang="ko-KR" b="1" dirty="0"/>
                <a:t>4</a:t>
              </a:r>
              <a:r>
                <a:rPr lang="ko-KR" altLang="en-US" b="1" dirty="0"/>
                <a:t>주차</a:t>
              </a:r>
            </a:p>
          </p:txBody>
        </p:sp>
        <p:sp>
          <p:nvSpPr>
            <p:cNvPr id="37" name="눈물 방울 36">
              <a:extLst>
                <a:ext uri="{FF2B5EF4-FFF2-40B4-BE49-F238E27FC236}">
                  <a16:creationId xmlns:a16="http://schemas.microsoft.com/office/drawing/2014/main" xmlns="" id="{42E5108F-36D7-4E2F-BFCD-86CCEFDFBC08}"/>
                </a:ext>
              </a:extLst>
            </p:cNvPr>
            <p:cNvSpPr/>
            <p:nvPr/>
          </p:nvSpPr>
          <p:spPr>
            <a:xfrm rot="8100000">
              <a:off x="8390753" y="4909739"/>
              <a:ext cx="374929" cy="374929"/>
            </a:xfrm>
            <a:prstGeom prst="teardrop">
              <a:avLst>
                <a:gd name="adj" fmla="val 15989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80B45375-A88E-4ED5-9C60-08D7DB1DA7B4}"/>
              </a:ext>
            </a:extLst>
          </p:cNvPr>
          <p:cNvGrpSpPr/>
          <p:nvPr/>
        </p:nvGrpSpPr>
        <p:grpSpPr>
          <a:xfrm>
            <a:off x="9486900" y="4856576"/>
            <a:ext cx="1587500" cy="1078827"/>
            <a:chOff x="9486900" y="4909739"/>
            <a:chExt cx="1587500" cy="10788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69B65E6F-FE33-4F45-B0DC-BC3783F15932}"/>
                </a:ext>
              </a:extLst>
            </p:cNvPr>
            <p:cNvSpPr txBox="1"/>
            <p:nvPr/>
          </p:nvSpPr>
          <p:spPr>
            <a:xfrm>
              <a:off x="9486900" y="5619234"/>
              <a:ext cx="1587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12</a:t>
              </a:r>
              <a:r>
                <a:rPr lang="ko-KR" altLang="en-US" b="1" dirty="0"/>
                <a:t>월 </a:t>
              </a:r>
              <a:r>
                <a:rPr lang="en-US" altLang="ko-KR" b="1" dirty="0"/>
                <a:t>1</a:t>
              </a:r>
              <a:r>
                <a:rPr lang="ko-KR" altLang="en-US" b="1" dirty="0"/>
                <a:t>주차</a:t>
              </a:r>
            </a:p>
          </p:txBody>
        </p:sp>
        <p:sp>
          <p:nvSpPr>
            <p:cNvPr id="38" name="눈물 방울 37">
              <a:extLst>
                <a:ext uri="{FF2B5EF4-FFF2-40B4-BE49-F238E27FC236}">
                  <a16:creationId xmlns:a16="http://schemas.microsoft.com/office/drawing/2014/main" xmlns="" id="{BCDE8DF5-17C0-4414-A085-82C880A79F1B}"/>
                </a:ext>
              </a:extLst>
            </p:cNvPr>
            <p:cNvSpPr/>
            <p:nvPr/>
          </p:nvSpPr>
          <p:spPr>
            <a:xfrm rot="8100000">
              <a:off x="10105889" y="4909739"/>
              <a:ext cx="374929" cy="374929"/>
            </a:xfrm>
            <a:prstGeom prst="teardrop">
              <a:avLst>
                <a:gd name="adj" fmla="val 15989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A6925B2-9C5D-445B-BFC6-0F016CE5BB94}"/>
              </a:ext>
            </a:extLst>
          </p:cNvPr>
          <p:cNvSpPr txBox="1"/>
          <p:nvPr/>
        </p:nvSpPr>
        <p:spPr>
          <a:xfrm>
            <a:off x="764139" y="3662760"/>
            <a:ext cx="19070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주제 선정 </a:t>
            </a:r>
            <a:endParaRPr lang="en-US" altLang="ko-KR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공평하게 작업 분배</a:t>
            </a:r>
            <a:endParaRPr lang="en-US" altLang="ko-KR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각 테이블 생성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4980A5DE-48D8-4FC7-BEA9-92F1994ACEC9}"/>
              </a:ext>
            </a:extLst>
          </p:cNvPr>
          <p:cNvSpPr txBox="1"/>
          <p:nvPr/>
        </p:nvSpPr>
        <p:spPr>
          <a:xfrm>
            <a:off x="2901366" y="3662759"/>
            <a:ext cx="1907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crud, list </a:t>
            </a: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구현</a:t>
            </a:r>
            <a:endParaRPr lang="en-US" altLang="ko-KR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DB </a:t>
            </a: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연동</a:t>
            </a:r>
            <a:endParaRPr lang="en-US" altLang="ko-KR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841D9E5C-C13B-41B8-9150-883B5D2815AE}"/>
              </a:ext>
            </a:extLst>
          </p:cNvPr>
          <p:cNvSpPr txBox="1"/>
          <p:nvPr/>
        </p:nvSpPr>
        <p:spPr>
          <a:xfrm>
            <a:off x="5038593" y="3662758"/>
            <a:ext cx="19070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중간 점검</a:t>
            </a:r>
            <a:endParaRPr lang="en-US" altLang="ko-KR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추가 </a:t>
            </a:r>
            <a:r>
              <a:rPr lang="en-US" altLang="ko-KR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&amp; </a:t>
            </a: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삭제</a:t>
            </a:r>
            <a:endParaRPr lang="en-US" altLang="ko-KR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jQuery, ajax, </a:t>
            </a:r>
            <a:r>
              <a:rPr lang="en-US" altLang="ko-KR" sz="1400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api</a:t>
            </a:r>
            <a:r>
              <a:rPr lang="en-US" altLang="ko-KR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사용</a:t>
            </a:r>
            <a:endParaRPr lang="en-US" altLang="ko-KR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1FCF30B1-FCE7-4540-9CA0-AE4452E3D091}"/>
              </a:ext>
            </a:extLst>
          </p:cNvPr>
          <p:cNvSpPr txBox="1"/>
          <p:nvPr/>
        </p:nvSpPr>
        <p:spPr>
          <a:xfrm>
            <a:off x="9313046" y="3662756"/>
            <a:ext cx="19070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오류 수정</a:t>
            </a:r>
            <a:endParaRPr lang="en-US" altLang="ko-KR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테스트</a:t>
            </a:r>
            <a:endParaRPr lang="en-US" altLang="ko-KR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AWS </a:t>
            </a: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배포</a:t>
            </a:r>
          </a:p>
        </p:txBody>
      </p:sp>
      <p:sp>
        <p:nvSpPr>
          <p:cNvPr id="46" name="양쪽 대괄호 45">
            <a:extLst>
              <a:ext uri="{FF2B5EF4-FFF2-40B4-BE49-F238E27FC236}">
                <a16:creationId xmlns:a16="http://schemas.microsoft.com/office/drawing/2014/main" xmlns="" id="{F4A2C6F1-4107-4DE1-8351-97FC51FBED0F}"/>
              </a:ext>
            </a:extLst>
          </p:cNvPr>
          <p:cNvSpPr/>
          <p:nvPr/>
        </p:nvSpPr>
        <p:spPr>
          <a:xfrm>
            <a:off x="649022" y="1306186"/>
            <a:ext cx="1755778" cy="588331"/>
          </a:xfrm>
          <a:prstGeom prst="bracketPair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7DF9E966-0894-4438-95B0-329911DF420B}"/>
              </a:ext>
            </a:extLst>
          </p:cNvPr>
          <p:cNvSpPr txBox="1"/>
          <p:nvPr/>
        </p:nvSpPr>
        <p:spPr>
          <a:xfrm>
            <a:off x="812571" y="1338741"/>
            <a:ext cx="1415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타임라인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969BF064-E8EF-4C56-8721-599A6B231CC7}"/>
              </a:ext>
            </a:extLst>
          </p:cNvPr>
          <p:cNvSpPr/>
          <p:nvPr/>
        </p:nvSpPr>
        <p:spPr>
          <a:xfrm>
            <a:off x="853910" y="2540695"/>
            <a:ext cx="1755777" cy="1002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 선정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작업 분배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xmlns="" id="{E73DBA3D-3B13-44DD-B271-5DA618B5C211}"/>
              </a:ext>
            </a:extLst>
          </p:cNvPr>
          <p:cNvSpPr/>
          <p:nvPr/>
        </p:nvSpPr>
        <p:spPr>
          <a:xfrm>
            <a:off x="2994873" y="2540695"/>
            <a:ext cx="1755777" cy="1002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개인 작업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xmlns="" id="{C0585B3D-0CDB-495B-AB81-12EB5E2E7854}"/>
              </a:ext>
            </a:extLst>
          </p:cNvPr>
          <p:cNvSpPr/>
          <p:nvPr/>
        </p:nvSpPr>
        <p:spPr>
          <a:xfrm>
            <a:off x="5134973" y="2540695"/>
            <a:ext cx="1755777" cy="1002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개인 작업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중간 점검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xmlns="" id="{76EE1FCF-2A12-4238-9BA3-7B3E2C0BE8D9}"/>
              </a:ext>
            </a:extLst>
          </p:cNvPr>
          <p:cNvSpPr/>
          <p:nvPr/>
        </p:nvSpPr>
        <p:spPr>
          <a:xfrm>
            <a:off x="7275074" y="2540695"/>
            <a:ext cx="1755777" cy="1002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병합  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오류 수정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xmlns="" id="{CB922895-4A53-4213-A890-F1F719DB0175}"/>
              </a:ext>
            </a:extLst>
          </p:cNvPr>
          <p:cNvSpPr/>
          <p:nvPr/>
        </p:nvSpPr>
        <p:spPr>
          <a:xfrm>
            <a:off x="9415464" y="2540695"/>
            <a:ext cx="1804649" cy="1002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오류 수정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테스트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&amp;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배포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1A432C92-CF7A-4FCD-B27C-830E587C23FC}"/>
              </a:ext>
            </a:extLst>
          </p:cNvPr>
          <p:cNvSpPr txBox="1"/>
          <p:nvPr/>
        </p:nvSpPr>
        <p:spPr>
          <a:xfrm>
            <a:off x="7199428" y="3662758"/>
            <a:ext cx="19070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병합</a:t>
            </a:r>
            <a:endParaRPr lang="en-US" altLang="ko-KR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오류 수정</a:t>
            </a:r>
            <a:endParaRPr lang="en-US" altLang="ko-KR" sz="1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추가 </a:t>
            </a:r>
            <a:r>
              <a:rPr lang="en-US" altLang="ko-KR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&amp; </a:t>
            </a:r>
            <a:r>
              <a:rPr lang="ko-KR" alt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삭제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xmlns="" id="{A1DE719D-2FD3-44DA-9BA7-A3F7A28C4F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534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0D8D0DE-9976-424B-BBE5-B069DF94649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74D3DE46-63F8-4BCC-8069-25C00E33488B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직사각형 254">
            <a:extLst>
              <a:ext uri="{FF2B5EF4-FFF2-40B4-BE49-F238E27FC236}">
                <a16:creationId xmlns:a16="http://schemas.microsoft.com/office/drawing/2014/main" xmlns="" id="{C512CAC8-D303-47ED-90DE-FF24C4FD880D}"/>
              </a:ext>
            </a:extLst>
          </p:cNvPr>
          <p:cNvSpPr/>
          <p:nvPr/>
        </p:nvSpPr>
        <p:spPr>
          <a:xfrm>
            <a:off x="1086539" y="1612375"/>
            <a:ext cx="4902200" cy="2235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xmlns="" id="{6FF25B80-0CEA-429C-9B16-154A52A04ABC}"/>
              </a:ext>
            </a:extLst>
          </p:cNvPr>
          <p:cNvSpPr/>
          <p:nvPr/>
        </p:nvSpPr>
        <p:spPr>
          <a:xfrm>
            <a:off x="6217339" y="1612374"/>
            <a:ext cx="4902200" cy="22351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xmlns="" id="{D3AF4210-4D5C-41F5-8FB5-EEFFE65E82E7}"/>
              </a:ext>
            </a:extLst>
          </p:cNvPr>
          <p:cNvSpPr/>
          <p:nvPr/>
        </p:nvSpPr>
        <p:spPr>
          <a:xfrm>
            <a:off x="1086539" y="4044640"/>
            <a:ext cx="4902200" cy="223519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xmlns="" id="{8D489F6A-A475-4CE6-A3D2-95C9D30B897C}"/>
              </a:ext>
            </a:extLst>
          </p:cNvPr>
          <p:cNvSpPr/>
          <p:nvPr/>
        </p:nvSpPr>
        <p:spPr>
          <a:xfrm>
            <a:off x="6217339" y="4044639"/>
            <a:ext cx="4902200" cy="223519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xmlns="" id="{6B224224-5497-46F7-B313-C895D24D945E}"/>
              </a:ext>
            </a:extLst>
          </p:cNvPr>
          <p:cNvSpPr/>
          <p:nvPr/>
        </p:nvSpPr>
        <p:spPr>
          <a:xfrm>
            <a:off x="4867200" y="3254752"/>
            <a:ext cx="994539" cy="4826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xmlns="" id="{2E94FD1F-7295-44D6-BE61-C617F27CBA9D}"/>
              </a:ext>
            </a:extLst>
          </p:cNvPr>
          <p:cNvSpPr txBox="1"/>
          <p:nvPr/>
        </p:nvSpPr>
        <p:spPr>
          <a:xfrm>
            <a:off x="4810471" y="326521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</a:rPr>
              <a:t>강재원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xmlns="" id="{BAF2EAC4-CB87-4683-AAD1-B004BB1E5881}"/>
              </a:ext>
            </a:extLst>
          </p:cNvPr>
          <p:cNvSpPr txBox="1"/>
          <p:nvPr/>
        </p:nvSpPr>
        <p:spPr>
          <a:xfrm>
            <a:off x="1167169" y="1671828"/>
            <a:ext cx="3586573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1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notice crud, list, </a:t>
            </a:r>
            <a:r>
              <a:rPr lang="en-US" altLang="ko-KR" spc="-150" dirty="0" err="1">
                <a:solidFill>
                  <a:schemeClr val="bg1"/>
                </a:solidFill>
                <a:latin typeface="+mn-ea"/>
              </a:rPr>
              <a:t>db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연동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travel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 err="1">
                <a:solidFill>
                  <a:schemeClr val="bg1"/>
                </a:solidFill>
                <a:latin typeface="+mn-ea"/>
              </a:rPr>
              <a:t>db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모델링 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travel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crud, list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구현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4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reply jQuery, </a:t>
            </a:r>
            <a:r>
              <a:rPr lang="en-US" altLang="ko-KR" spc="-150" dirty="0" err="1">
                <a:solidFill>
                  <a:schemeClr val="bg1"/>
                </a:solidFill>
                <a:latin typeface="+mn-ea"/>
              </a:rPr>
              <a:t>db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연동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5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병합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배포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최종 점검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08D98675-BDA5-4265-9CAC-958EE419C026}"/>
              </a:ext>
            </a:extLst>
          </p:cNvPr>
          <p:cNvSpPr/>
          <p:nvPr/>
        </p:nvSpPr>
        <p:spPr>
          <a:xfrm>
            <a:off x="6327525" y="3254752"/>
            <a:ext cx="994539" cy="4826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4F638538-81AC-4025-BE03-7BED8CF13760}"/>
              </a:ext>
            </a:extLst>
          </p:cNvPr>
          <p:cNvSpPr txBox="1"/>
          <p:nvPr/>
        </p:nvSpPr>
        <p:spPr>
          <a:xfrm>
            <a:off x="6270797" y="326521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</a:rPr>
              <a:t>박재현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03EA8BED-5D0A-4754-9E41-20E6B489BB5E}"/>
              </a:ext>
            </a:extLst>
          </p:cNvPr>
          <p:cNvSpPr/>
          <p:nvPr/>
        </p:nvSpPr>
        <p:spPr>
          <a:xfrm>
            <a:off x="4867200" y="4164542"/>
            <a:ext cx="994539" cy="4826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C9E62B10-1ADB-4FD6-B905-94873E3758B4}"/>
              </a:ext>
            </a:extLst>
          </p:cNvPr>
          <p:cNvSpPr txBox="1"/>
          <p:nvPr/>
        </p:nvSpPr>
        <p:spPr>
          <a:xfrm>
            <a:off x="4810472" y="417500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</a:rPr>
              <a:t>이용관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B020878C-2414-4BED-8691-0221A2C5BBDF}"/>
              </a:ext>
            </a:extLst>
          </p:cNvPr>
          <p:cNvSpPr/>
          <p:nvPr/>
        </p:nvSpPr>
        <p:spPr>
          <a:xfrm>
            <a:off x="6327525" y="4164542"/>
            <a:ext cx="994539" cy="4826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E062FBA-F168-4575-9134-F495ADABFB4D}"/>
              </a:ext>
            </a:extLst>
          </p:cNvPr>
          <p:cNvSpPr txBox="1"/>
          <p:nvPr/>
        </p:nvSpPr>
        <p:spPr>
          <a:xfrm>
            <a:off x="6424685" y="417500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 err="1">
                <a:solidFill>
                  <a:schemeClr val="bg1"/>
                </a:solidFill>
              </a:rPr>
              <a:t>이헌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E0D67A28-3695-45D8-9135-471A96141EAB}"/>
              </a:ext>
            </a:extLst>
          </p:cNvPr>
          <p:cNvSpPr txBox="1"/>
          <p:nvPr/>
        </p:nvSpPr>
        <p:spPr>
          <a:xfrm>
            <a:off x="1167169" y="4104093"/>
            <a:ext cx="3700031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1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template &amp; member </a:t>
            </a:r>
            <a:r>
              <a:rPr lang="en-US" altLang="ko-KR" spc="-150" dirty="0" err="1">
                <a:solidFill>
                  <a:schemeClr val="bg1"/>
                </a:solidFill>
                <a:latin typeface="+mn-ea"/>
              </a:rPr>
              <a:t>db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모델링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member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curd,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list,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관리자 구현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</a:t>
            </a:r>
            <a:r>
              <a:rPr lang="en-US" altLang="ko-KR" spc="-150" dirty="0" err="1">
                <a:solidFill>
                  <a:schemeClr val="bg1"/>
                </a:solidFill>
                <a:latin typeface="+mn-ea"/>
              </a:rPr>
              <a:t>mypage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구현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4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cart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 err="1">
                <a:solidFill>
                  <a:schemeClr val="bg1"/>
                </a:solidFill>
                <a:latin typeface="+mn-ea"/>
              </a:rPr>
              <a:t>db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모델링 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5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cart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crud,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list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구현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병합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956FC362-A45B-4D37-839B-FE7DFD83F64D}"/>
              </a:ext>
            </a:extLst>
          </p:cNvPr>
          <p:cNvSpPr txBox="1"/>
          <p:nvPr/>
        </p:nvSpPr>
        <p:spPr>
          <a:xfrm>
            <a:off x="7611608" y="1669112"/>
            <a:ext cx="3414936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1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T-map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구현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T-map </a:t>
            </a:r>
            <a:r>
              <a:rPr lang="en-US" altLang="ko-KR" spc="-150" dirty="0" err="1">
                <a:solidFill>
                  <a:schemeClr val="bg1"/>
                </a:solidFill>
                <a:latin typeface="+mn-ea"/>
              </a:rPr>
              <a:t>db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모델링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timetable </a:t>
            </a:r>
            <a:r>
              <a:rPr lang="en-US" altLang="ko-KR" spc="-150" dirty="0" err="1">
                <a:solidFill>
                  <a:schemeClr val="bg1"/>
                </a:solidFill>
                <a:latin typeface="+mn-ea"/>
              </a:rPr>
              <a:t>db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모델링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4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plan </a:t>
            </a:r>
            <a:r>
              <a:rPr lang="en-US" altLang="ko-KR" spc="-150" dirty="0" err="1">
                <a:solidFill>
                  <a:schemeClr val="bg1"/>
                </a:solidFill>
                <a:latin typeface="+mn-ea"/>
              </a:rPr>
              <a:t>db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모델링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5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오류 수정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최종 점검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5CC5E59B-C442-4E63-98C0-166D6994E34B}"/>
              </a:ext>
            </a:extLst>
          </p:cNvPr>
          <p:cNvSpPr txBox="1"/>
          <p:nvPr/>
        </p:nvSpPr>
        <p:spPr>
          <a:xfrm>
            <a:off x="7613322" y="4104092"/>
            <a:ext cx="3411509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1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food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 err="1">
                <a:solidFill>
                  <a:schemeClr val="bg1"/>
                </a:solidFill>
                <a:latin typeface="+mn-ea"/>
              </a:rPr>
              <a:t>db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모델링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food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crud,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list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구현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chatbot &amp; reply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pc="-150" dirty="0" err="1">
                <a:solidFill>
                  <a:schemeClr val="bg1"/>
                </a:solidFill>
                <a:latin typeface="+mn-ea"/>
              </a:rPr>
              <a:t>별점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구현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4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food,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reply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버그 수정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5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주차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관리자 허가 페이지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병합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6BFABAEC-8333-4607-89A0-5CAAFFB80E74}"/>
              </a:ext>
            </a:extLst>
          </p:cNvPr>
          <p:cNvSpPr txBox="1"/>
          <p:nvPr/>
        </p:nvSpPr>
        <p:spPr>
          <a:xfrm>
            <a:off x="863600" y="285462"/>
            <a:ext cx="3281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주차별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진행사항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62D5EC9C-E76E-4A00-BDD3-A05A8536C438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3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D8290BF9-C4B0-4E43-ACEC-7AFE6D0685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31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0D8D0DE-9976-424B-BBE5-B069DF94649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74D3DE46-63F8-4BCC-8069-25C00E33488B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5F6FC0B-D5E0-4E2F-8315-4433F3BB5B19}"/>
              </a:ext>
            </a:extLst>
          </p:cNvPr>
          <p:cNvSpPr txBox="1"/>
          <p:nvPr/>
        </p:nvSpPr>
        <p:spPr>
          <a:xfrm>
            <a:off x="863600" y="285462"/>
            <a:ext cx="3813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NAVER </a:t>
            </a:r>
            <a:r>
              <a:rPr lang="en-US" altLang="ko-KR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ChatBot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API</a:t>
            </a:r>
            <a:endParaRPr lang="ko-KR" alt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6BA53FF-4BAC-41C3-8F17-9F5D6264B3FE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3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BD71EEDA-87F0-4B91-8F24-106AF4E57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44" y="1197530"/>
            <a:ext cx="6802674" cy="34158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8C138F97-E5C1-4A3B-B37D-C76DFF249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44" y="4613341"/>
            <a:ext cx="6726088" cy="175865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A0FA606B-9953-4EA6-AFF4-40E25FDB2782}"/>
              </a:ext>
            </a:extLst>
          </p:cNvPr>
          <p:cNvSpPr txBox="1"/>
          <p:nvPr/>
        </p:nvSpPr>
        <p:spPr>
          <a:xfrm>
            <a:off x="1097800" y="2539708"/>
            <a:ext cx="3345144" cy="1881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네이버 </a:t>
            </a:r>
            <a:r>
              <a:rPr lang="ko-KR" altLang="en-US" sz="20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챗봇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사용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시나리오 입력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글 작성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비밀번호 찾기 등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서비스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45771A77-A5F5-4AAF-A173-24A2BB58277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03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0D8D0DE-9976-424B-BBE5-B069DF94649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74D3DE46-63F8-4BCC-8069-25C00E33488B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5F6FC0B-D5E0-4E2F-8315-4433F3BB5B19}"/>
              </a:ext>
            </a:extLst>
          </p:cNvPr>
          <p:cNvSpPr txBox="1"/>
          <p:nvPr/>
        </p:nvSpPr>
        <p:spPr>
          <a:xfrm>
            <a:off x="863600" y="285462"/>
            <a:ext cx="2077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T-map API</a:t>
            </a:r>
            <a:endParaRPr lang="ko-KR" alt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6BA53FF-4BAC-41C3-8F17-9F5D6264B3FE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3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9855792A-0632-425A-92E3-2C380748C33F}"/>
              </a:ext>
            </a:extLst>
          </p:cNvPr>
          <p:cNvSpPr txBox="1"/>
          <p:nvPr/>
        </p:nvSpPr>
        <p:spPr>
          <a:xfrm>
            <a:off x="1097800" y="2539708"/>
            <a:ext cx="3345144" cy="1881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T-map API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사용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좌표 값으로 위치 확인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경로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시간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거리 출력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일정표 제작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그림 6" descr="지도이(가) 표시된 사진&#10;&#10;자동 생성된 설명">
            <a:extLst>
              <a:ext uri="{FF2B5EF4-FFF2-40B4-BE49-F238E27FC236}">
                <a16:creationId xmlns:a16="http://schemas.microsoft.com/office/drawing/2014/main" xmlns="" id="{144736BE-1AB5-4888-A239-31BAD0785A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628" y="1394077"/>
            <a:ext cx="3345144" cy="528621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2F2500D8-C16C-4C9C-9361-34EF74B17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285" y="3739753"/>
            <a:ext cx="3617006" cy="12235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E8405F28-B443-488C-8F3E-3BD4E09CF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285" y="2016722"/>
            <a:ext cx="3617006" cy="12886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400E0A9B-F3AA-465C-B4B4-C45E9A257D3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18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69B60B54-936B-424E-A3CA-C4E0BB8D54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A1C2CC5A-9AEE-4BD2-911B-91F3C6B06B4D}"/>
              </a:ext>
            </a:extLst>
          </p:cNvPr>
          <p:cNvGrpSpPr/>
          <p:nvPr/>
        </p:nvGrpSpPr>
        <p:grpSpPr>
          <a:xfrm>
            <a:off x="639454" y="3148355"/>
            <a:ext cx="4760546" cy="1151690"/>
            <a:chOff x="656055" y="2853155"/>
            <a:chExt cx="4405542" cy="115169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EF642D83-17FD-4FAC-943B-C87D606F8259}"/>
                </a:ext>
              </a:extLst>
            </p:cNvPr>
            <p:cNvGrpSpPr/>
            <p:nvPr/>
          </p:nvGrpSpPr>
          <p:grpSpPr>
            <a:xfrm>
              <a:off x="656055" y="2853155"/>
              <a:ext cx="4405542" cy="1151690"/>
              <a:chOff x="3792955" y="2747211"/>
              <a:chExt cx="4405542" cy="1151690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xmlns="" id="{D985113B-278E-4F7F-9FFD-0EEBF63A03E3}"/>
                  </a:ext>
                </a:extLst>
              </p:cNvPr>
              <p:cNvSpPr/>
              <p:nvPr/>
            </p:nvSpPr>
            <p:spPr>
              <a:xfrm>
                <a:off x="3792955" y="2747211"/>
                <a:ext cx="4335045" cy="11516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425244F4-247E-458C-97FF-4310F4C88180}"/>
                  </a:ext>
                </a:extLst>
              </p:cNvPr>
              <p:cNvSpPr txBox="1"/>
              <p:nvPr/>
            </p:nvSpPr>
            <p:spPr>
              <a:xfrm>
                <a:off x="4067238" y="3109221"/>
                <a:ext cx="413125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프로젝트 수행 결과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ED7396C9-1BA2-4BC9-B8B3-51DAC4F844E4}"/>
                </a:ext>
              </a:extLst>
            </p:cNvPr>
            <p:cNvSpPr txBox="1"/>
            <p:nvPr/>
          </p:nvSpPr>
          <p:spPr>
            <a:xfrm>
              <a:off x="930338" y="2935261"/>
              <a:ext cx="79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Part 4 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43D003A4-3CC6-4A5F-8CE2-FAB48E4FBAF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750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CE46840B-7A26-4CB9-9FDA-CF9F642BF3BC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4C22931-DA47-44E0-99CC-85BADFF41BAD}"/>
              </a:ext>
            </a:extLst>
          </p:cNvPr>
          <p:cNvSpPr txBox="1"/>
          <p:nvPr/>
        </p:nvSpPr>
        <p:spPr>
          <a:xfrm>
            <a:off x="863600" y="285462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요구사항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0A8ADA-1B89-429D-AB9E-B96282AEEB41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4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2FA733E1-E731-4075-A275-C995721974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5" t="3229" r="7004" b="8173"/>
          <a:stretch/>
        </p:blipFill>
        <p:spPr>
          <a:xfrm>
            <a:off x="2172000" y="1154899"/>
            <a:ext cx="7848000" cy="55407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AEEA07D8-81DF-4C19-B377-07EE62F754A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26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4C22931-DA47-44E0-99CC-85BADFF41BAD}"/>
              </a:ext>
            </a:extLst>
          </p:cNvPr>
          <p:cNvSpPr txBox="1"/>
          <p:nvPr/>
        </p:nvSpPr>
        <p:spPr>
          <a:xfrm>
            <a:off x="863600" y="285462"/>
            <a:ext cx="3579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데이터베이스 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0A8ADA-1B89-429D-AB9E-B96282AEEB41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4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F56A949B-0883-4927-BFCF-BA8421D10312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E52D4B86-AAAA-4A32-9801-40B0E466E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88" y="2165238"/>
            <a:ext cx="3240000" cy="324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34B4073-D7BF-4B85-AE1D-BE6A92E6E756}"/>
              </a:ext>
            </a:extLst>
          </p:cNvPr>
          <p:cNvSpPr txBox="1"/>
          <p:nvPr/>
        </p:nvSpPr>
        <p:spPr>
          <a:xfrm>
            <a:off x="1049234" y="1417250"/>
            <a:ext cx="223811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회원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en-US" altLang="ko-KR" sz="25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fmember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393C2890-04AF-4A38-8531-FCE255832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462" y="2165238"/>
            <a:ext cx="3240000" cy="28497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4729DA5-D189-4741-908D-0CAA652AB27F}"/>
              </a:ext>
            </a:extLst>
          </p:cNvPr>
          <p:cNvSpPr txBox="1"/>
          <p:nvPr/>
        </p:nvSpPr>
        <p:spPr>
          <a:xfrm>
            <a:off x="5078884" y="1427691"/>
            <a:ext cx="186301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일정표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(plan)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9A1AF368-E3AA-4E14-8B42-F41EAC7F7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637" y="2145219"/>
            <a:ext cx="3240000" cy="218373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3555B1F-E331-4607-9E24-7F18FE7B21C1}"/>
              </a:ext>
            </a:extLst>
          </p:cNvPr>
          <p:cNvSpPr txBox="1"/>
          <p:nvPr/>
        </p:nvSpPr>
        <p:spPr>
          <a:xfrm>
            <a:off x="8733433" y="1427691"/>
            <a:ext cx="226241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즐겨찾기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(cart1)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C596D891-8F70-4E4F-A5E5-714864D044D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65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4C22931-DA47-44E0-99CC-85BADFF41BAD}"/>
              </a:ext>
            </a:extLst>
          </p:cNvPr>
          <p:cNvSpPr txBox="1"/>
          <p:nvPr/>
        </p:nvSpPr>
        <p:spPr>
          <a:xfrm>
            <a:off x="863600" y="285462"/>
            <a:ext cx="3579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데이터베이스 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0A8ADA-1B89-429D-AB9E-B96282AEEB41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4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F56A949B-0883-4927-BFCF-BA8421D10312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34B4073-D7BF-4B85-AE1D-BE6A92E6E756}"/>
              </a:ext>
            </a:extLst>
          </p:cNvPr>
          <p:cNvSpPr txBox="1"/>
          <p:nvPr/>
        </p:nvSpPr>
        <p:spPr>
          <a:xfrm>
            <a:off x="1307447" y="1427691"/>
            <a:ext cx="1721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여행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(travel)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4729DA5-D189-4741-908D-0CAA652AB27F}"/>
              </a:ext>
            </a:extLst>
          </p:cNvPr>
          <p:cNvSpPr txBox="1"/>
          <p:nvPr/>
        </p:nvSpPr>
        <p:spPr>
          <a:xfrm>
            <a:off x="4457018" y="1427691"/>
            <a:ext cx="310674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여행리뷰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en-US" altLang="ko-KR" sz="25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reply_travel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3555B1F-E331-4607-9E24-7F18FE7B21C1}"/>
              </a:ext>
            </a:extLst>
          </p:cNvPr>
          <p:cNvSpPr txBox="1"/>
          <p:nvPr/>
        </p:nvSpPr>
        <p:spPr>
          <a:xfrm>
            <a:off x="8662230" y="1427691"/>
            <a:ext cx="240482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공지사항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(notice)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F1C69BEC-6FEA-483E-B5A9-7AF313A66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90" y="2158547"/>
            <a:ext cx="3240000" cy="45170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C3BF6481-276B-44E2-A85D-839D2385A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389" y="2158547"/>
            <a:ext cx="3240000" cy="16909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2DC019C2-448F-43EF-A5F5-7964B3BA6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640" y="2158547"/>
            <a:ext cx="3240000" cy="19510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D2F2BF26-1219-4747-B8F8-812A5D763C9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340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4C22931-DA47-44E0-99CC-85BADFF41BAD}"/>
              </a:ext>
            </a:extLst>
          </p:cNvPr>
          <p:cNvSpPr txBox="1"/>
          <p:nvPr/>
        </p:nvSpPr>
        <p:spPr>
          <a:xfrm>
            <a:off x="863600" y="285462"/>
            <a:ext cx="3579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데이터베이스 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0A8ADA-1B89-429D-AB9E-B96282AEEB41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4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F56A949B-0883-4927-BFCF-BA8421D10312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34B4073-D7BF-4B85-AE1D-BE6A92E6E756}"/>
              </a:ext>
            </a:extLst>
          </p:cNvPr>
          <p:cNvSpPr txBox="1"/>
          <p:nvPr/>
        </p:nvSpPr>
        <p:spPr>
          <a:xfrm>
            <a:off x="1357812" y="1417250"/>
            <a:ext cx="16209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음식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(food)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4729DA5-D189-4741-908D-0CAA652AB27F}"/>
              </a:ext>
            </a:extLst>
          </p:cNvPr>
          <p:cNvSpPr txBox="1"/>
          <p:nvPr/>
        </p:nvSpPr>
        <p:spPr>
          <a:xfrm>
            <a:off x="4507385" y="1427691"/>
            <a:ext cx="300601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음식리뷰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en-US" altLang="ko-KR" sz="25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reply_food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3555B1F-E331-4607-9E24-7F18FE7B21C1}"/>
              </a:ext>
            </a:extLst>
          </p:cNvPr>
          <p:cNvSpPr txBox="1"/>
          <p:nvPr/>
        </p:nvSpPr>
        <p:spPr>
          <a:xfrm>
            <a:off x="8285525" y="1427691"/>
            <a:ext cx="315823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타임테이블</a:t>
            </a:r>
            <a:r>
              <a:rPr lang="en-US" altLang="ko-KR" sz="2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(timetable)</a:t>
            </a:r>
            <a:endParaRPr lang="ko-KR" altLang="en-US" sz="2500" b="1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89E61BEA-B1F0-4798-B7AE-69B3AEC1F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90" y="2123072"/>
            <a:ext cx="3240000" cy="455255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19CB0803-8400-4637-B69B-B9D2AFC5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800" y="2123072"/>
            <a:ext cx="3240000" cy="17152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2BE986C7-46CC-43E9-96D1-7F2BA697F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640" y="2123072"/>
            <a:ext cx="3240000" cy="146514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D0346A66-3C7A-4253-8DF9-17DEE90EC97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4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0D8D0DE-9976-424B-BBE5-B069DF94649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74D3DE46-63F8-4BCC-8069-25C00E33488B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5F6FC0B-D5E0-4E2F-8315-4433F3BB5B19}"/>
              </a:ext>
            </a:extLst>
          </p:cNvPr>
          <p:cNvSpPr txBox="1"/>
          <p:nvPr/>
        </p:nvSpPr>
        <p:spPr>
          <a:xfrm>
            <a:off x="863600" y="285462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 시연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6BA53FF-4BAC-41C3-8F17-9F5D6264B3FE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4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타원 21">
            <a:hlinkClick r:id="rId2"/>
            <a:extLst>
              <a:ext uri="{FF2B5EF4-FFF2-40B4-BE49-F238E27FC236}">
                <a16:creationId xmlns:a16="http://schemas.microsoft.com/office/drawing/2014/main" xmlns="" id="{EF90AB4B-5EA7-4A67-AFB7-7D7F0385D2B8}"/>
              </a:ext>
            </a:extLst>
          </p:cNvPr>
          <p:cNvSpPr/>
          <p:nvPr/>
        </p:nvSpPr>
        <p:spPr>
          <a:xfrm>
            <a:off x="6765969" y="1839410"/>
            <a:ext cx="2930085" cy="293008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rId3"/>
            <a:extLst>
              <a:ext uri="{FF2B5EF4-FFF2-40B4-BE49-F238E27FC236}">
                <a16:creationId xmlns:a16="http://schemas.microsoft.com/office/drawing/2014/main" xmlns="" id="{36FE208C-EF9B-4DB0-AFE0-D043FFDE7FE0}"/>
              </a:ext>
            </a:extLst>
          </p:cNvPr>
          <p:cNvSpPr/>
          <p:nvPr/>
        </p:nvSpPr>
        <p:spPr>
          <a:xfrm>
            <a:off x="2495948" y="1839410"/>
            <a:ext cx="2930085" cy="293008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EE7C9243-5D0B-4FFC-BDA5-0DD70D3DBCFC}"/>
              </a:ext>
            </a:extLst>
          </p:cNvPr>
          <p:cNvSpPr txBox="1"/>
          <p:nvPr/>
        </p:nvSpPr>
        <p:spPr>
          <a:xfrm>
            <a:off x="7869375" y="5651975"/>
            <a:ext cx="723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서버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xmlns="" id="{6C26E93F-141C-4AFB-8934-FC7DB982F3C5}"/>
              </a:ext>
            </a:extLst>
          </p:cNvPr>
          <p:cNvCxnSpPr/>
          <p:nvPr/>
        </p:nvCxnSpPr>
        <p:spPr>
          <a:xfrm>
            <a:off x="7951610" y="5423451"/>
            <a:ext cx="5588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3D4CF55-EF3A-4412-A01E-353535AD9071}"/>
              </a:ext>
            </a:extLst>
          </p:cNvPr>
          <p:cNvSpPr txBox="1"/>
          <p:nvPr/>
        </p:nvSpPr>
        <p:spPr>
          <a:xfrm>
            <a:off x="3599353" y="5651975"/>
            <a:ext cx="723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로컬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xmlns="" id="{7DD4C088-6D84-4A71-8486-EBEDDC80285F}"/>
              </a:ext>
            </a:extLst>
          </p:cNvPr>
          <p:cNvCxnSpPr/>
          <p:nvPr/>
        </p:nvCxnSpPr>
        <p:spPr>
          <a:xfrm>
            <a:off x="3681588" y="5423451"/>
            <a:ext cx="5588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래픽 2" descr="비행기">
            <a:hlinkClick r:id="rId2"/>
            <a:extLst>
              <a:ext uri="{FF2B5EF4-FFF2-40B4-BE49-F238E27FC236}">
                <a16:creationId xmlns:a16="http://schemas.microsoft.com/office/drawing/2014/main" xmlns="" id="{0B6BFC72-223E-4298-802F-C6F37E996E7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541706" y="2613333"/>
            <a:ext cx="1378607" cy="1378607"/>
          </a:xfrm>
          <a:prstGeom prst="rect">
            <a:avLst/>
          </a:prstGeom>
        </p:spPr>
      </p:pic>
      <p:pic>
        <p:nvPicPr>
          <p:cNvPr id="7" name="그래픽 6" descr="자전거 타기">
            <a:hlinkClick r:id="rId3"/>
            <a:extLst>
              <a:ext uri="{FF2B5EF4-FFF2-40B4-BE49-F238E27FC236}">
                <a16:creationId xmlns:a16="http://schemas.microsoft.com/office/drawing/2014/main" xmlns="" id="{12581912-25B1-495B-B498-8E446E02050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238646" y="2613334"/>
            <a:ext cx="1378607" cy="13786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6BD78F8E-574F-464E-A413-A97B502CB9A8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3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D8694994-6130-4D29-A8BD-3D4D7E1FC4B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5"/>
            <a:ext cx="12192000" cy="685019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71E5EAF4-CB13-4682-A352-C22208EAE49C}"/>
              </a:ext>
            </a:extLst>
          </p:cNvPr>
          <p:cNvGrpSpPr/>
          <p:nvPr/>
        </p:nvGrpSpPr>
        <p:grpSpPr>
          <a:xfrm>
            <a:off x="1417055" y="3429000"/>
            <a:ext cx="1966945" cy="1151690"/>
            <a:chOff x="656055" y="2853155"/>
            <a:chExt cx="4335045" cy="115169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E7AB7094-AE9D-4EAF-BA41-79C7BB452B1F}"/>
                </a:ext>
              </a:extLst>
            </p:cNvPr>
            <p:cNvGrpSpPr/>
            <p:nvPr/>
          </p:nvGrpSpPr>
          <p:grpSpPr>
            <a:xfrm>
              <a:off x="656055" y="2853155"/>
              <a:ext cx="4335045" cy="1151690"/>
              <a:chOff x="3792955" y="2747211"/>
              <a:chExt cx="4335045" cy="1151690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xmlns="" id="{6E59B002-C9FE-455A-847E-730545456E0F}"/>
                  </a:ext>
                </a:extLst>
              </p:cNvPr>
              <p:cNvSpPr/>
              <p:nvPr/>
            </p:nvSpPr>
            <p:spPr>
              <a:xfrm>
                <a:off x="3792955" y="2747211"/>
                <a:ext cx="4335045" cy="11516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9BDC312A-138B-431E-9D9D-F45A5A16179D}"/>
                  </a:ext>
                </a:extLst>
              </p:cNvPr>
              <p:cNvSpPr txBox="1"/>
              <p:nvPr/>
            </p:nvSpPr>
            <p:spPr>
              <a:xfrm>
                <a:off x="4067237" y="3109221"/>
                <a:ext cx="37713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느낀 점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30ADCDC1-B113-4273-B821-C13FA45101AF}"/>
                </a:ext>
              </a:extLst>
            </p:cNvPr>
            <p:cNvSpPr txBox="1"/>
            <p:nvPr/>
          </p:nvSpPr>
          <p:spPr>
            <a:xfrm>
              <a:off x="930338" y="2935261"/>
              <a:ext cx="3771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Part 5 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E3F7FA84-5078-4E60-9524-07CE17289CC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78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B318F2-4275-4792-BA0D-1C777EA2C0B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CE46840B-7A26-4CB9-9FDA-CF9F642BF3BC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4C22931-DA47-44E0-99CC-85BADFF41BAD}"/>
              </a:ext>
            </a:extLst>
          </p:cNvPr>
          <p:cNvSpPr txBox="1"/>
          <p:nvPr/>
        </p:nvSpPr>
        <p:spPr>
          <a:xfrm>
            <a:off x="863600" y="285462"/>
            <a:ext cx="1527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느낀 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0A8ADA-1B89-429D-AB9E-B96282AEEB41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5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A8FDD06-009D-43E2-B077-86D9A48E910F}"/>
              </a:ext>
            </a:extLst>
          </p:cNvPr>
          <p:cNvGrpSpPr/>
          <p:nvPr/>
        </p:nvGrpSpPr>
        <p:grpSpPr>
          <a:xfrm>
            <a:off x="616303" y="1618051"/>
            <a:ext cx="10959393" cy="4211592"/>
            <a:chOff x="904240" y="2114772"/>
            <a:chExt cx="10317126" cy="3508788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xmlns="" id="{A1899799-901E-4DDD-8BAE-A99895A0216E}"/>
                </a:ext>
              </a:extLst>
            </p:cNvPr>
            <p:cNvSpPr/>
            <p:nvPr/>
          </p:nvSpPr>
          <p:spPr>
            <a:xfrm>
              <a:off x="904240" y="2114774"/>
              <a:ext cx="2041451" cy="3508786"/>
            </a:xfrm>
            <a:prstGeom prst="rect">
              <a:avLst/>
            </a:prstGeom>
            <a:solidFill>
              <a:srgbClr val="FAE3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6E157965-1D43-4947-AAC5-6E7E43924111}"/>
                </a:ext>
              </a:extLst>
            </p:cNvPr>
            <p:cNvSpPr/>
            <p:nvPr/>
          </p:nvSpPr>
          <p:spPr>
            <a:xfrm>
              <a:off x="904240" y="2114772"/>
              <a:ext cx="2041451" cy="6042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xmlns="" id="{2ADCD7E0-DEEC-4E9A-8747-647CDD842166}"/>
                </a:ext>
              </a:extLst>
            </p:cNvPr>
            <p:cNvSpPr/>
            <p:nvPr/>
          </p:nvSpPr>
          <p:spPr>
            <a:xfrm>
              <a:off x="9179915" y="2114774"/>
              <a:ext cx="2041451" cy="3508786"/>
            </a:xfrm>
            <a:prstGeom prst="rect">
              <a:avLst/>
            </a:prstGeom>
            <a:solidFill>
              <a:srgbClr val="FAE3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xmlns="" id="{4BA2E341-2CD1-4315-8E13-619FF6F1346E}"/>
                </a:ext>
              </a:extLst>
            </p:cNvPr>
            <p:cNvSpPr/>
            <p:nvPr/>
          </p:nvSpPr>
          <p:spPr>
            <a:xfrm>
              <a:off x="3662798" y="2114774"/>
              <a:ext cx="2041451" cy="3508786"/>
            </a:xfrm>
            <a:prstGeom prst="rect">
              <a:avLst/>
            </a:prstGeom>
            <a:solidFill>
              <a:srgbClr val="FAE3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xmlns="" id="{AEFDC348-1030-4888-AC9B-3FD29FC09AEF}"/>
                </a:ext>
              </a:extLst>
            </p:cNvPr>
            <p:cNvSpPr/>
            <p:nvPr/>
          </p:nvSpPr>
          <p:spPr>
            <a:xfrm>
              <a:off x="6421356" y="2114774"/>
              <a:ext cx="2041451" cy="3508786"/>
            </a:xfrm>
            <a:prstGeom prst="rect">
              <a:avLst/>
            </a:prstGeom>
            <a:solidFill>
              <a:srgbClr val="FAE3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95B95CAE-BA9E-4491-8D4B-BA8F0B9BAADE}"/>
                </a:ext>
              </a:extLst>
            </p:cNvPr>
            <p:cNvSpPr txBox="1"/>
            <p:nvPr/>
          </p:nvSpPr>
          <p:spPr>
            <a:xfrm>
              <a:off x="1191706" y="2229745"/>
              <a:ext cx="1435418" cy="347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팀장 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강재원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xmlns="" id="{0CDD72F1-F8C6-4FBD-A71C-173478F547EE}"/>
                </a:ext>
              </a:extLst>
            </p:cNvPr>
            <p:cNvSpPr/>
            <p:nvPr/>
          </p:nvSpPr>
          <p:spPr>
            <a:xfrm>
              <a:off x="3662797" y="2114772"/>
              <a:ext cx="2041451" cy="6042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A4B6BC62-1CD2-490B-9F08-780ABB205437}"/>
                </a:ext>
              </a:extLst>
            </p:cNvPr>
            <p:cNvSpPr txBox="1"/>
            <p:nvPr/>
          </p:nvSpPr>
          <p:spPr>
            <a:xfrm>
              <a:off x="3973507" y="2229745"/>
              <a:ext cx="1435418" cy="347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수석 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박재현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xmlns="" id="{89DC6456-6D84-415D-ABAF-65784AF5D3B0}"/>
                </a:ext>
              </a:extLst>
            </p:cNvPr>
            <p:cNvSpPr/>
            <p:nvPr/>
          </p:nvSpPr>
          <p:spPr>
            <a:xfrm>
              <a:off x="6421354" y="2114772"/>
              <a:ext cx="2041451" cy="6042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90FC1312-53C7-4EC1-B228-BAA0889BAD81}"/>
                </a:ext>
              </a:extLst>
            </p:cNvPr>
            <p:cNvSpPr txBox="1"/>
            <p:nvPr/>
          </p:nvSpPr>
          <p:spPr>
            <a:xfrm>
              <a:off x="6732865" y="2229745"/>
              <a:ext cx="1435418" cy="347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팀원 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이용관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xmlns="" id="{A3FBAFA4-A110-41C0-B358-1FB3FC33C324}"/>
                </a:ext>
              </a:extLst>
            </p:cNvPr>
            <p:cNvSpPr/>
            <p:nvPr/>
          </p:nvSpPr>
          <p:spPr>
            <a:xfrm>
              <a:off x="9179911" y="2114772"/>
              <a:ext cx="2041451" cy="6042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61A7B762-2C63-4BA7-ABC0-884E057AD90B}"/>
                </a:ext>
              </a:extLst>
            </p:cNvPr>
            <p:cNvSpPr txBox="1"/>
            <p:nvPr/>
          </p:nvSpPr>
          <p:spPr>
            <a:xfrm>
              <a:off x="9591846" y="2229745"/>
              <a:ext cx="1218114" cy="347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팀원 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이헌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090DFF6D-F2B5-4700-8B2D-1B4DF3AB1D8A}"/>
                </a:ext>
              </a:extLst>
            </p:cNvPr>
            <p:cNvSpPr txBox="1"/>
            <p:nvPr/>
          </p:nvSpPr>
          <p:spPr>
            <a:xfrm>
              <a:off x="1071092" y="2824234"/>
              <a:ext cx="1707746" cy="2268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여러 언어와 프로그램을 배우면서 개발과정이 어떤 식으로 되는지 알게 되었다</a:t>
              </a:r>
              <a:r>
                <a:rPr lang="en-US" altLang="ko-KR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. </a:t>
              </a: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프로젝트를 경험해보고 어렵지만 재미있었고</a:t>
              </a:r>
              <a:r>
                <a:rPr lang="en-US" altLang="ko-KR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, </a:t>
              </a: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나도 잘할 수 있다는 성취감도 느낄 수 있었다</a:t>
              </a:r>
              <a:r>
                <a:rPr lang="en-US" altLang="ko-KR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8E26ED2A-027F-4D0C-8E2B-4CBDF6D7F63A}"/>
                </a:ext>
              </a:extLst>
            </p:cNvPr>
            <p:cNvSpPr txBox="1"/>
            <p:nvPr/>
          </p:nvSpPr>
          <p:spPr>
            <a:xfrm>
              <a:off x="3842074" y="2827946"/>
              <a:ext cx="1682895" cy="2514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서로 맡은 부분이 달라 다같이 </a:t>
              </a:r>
              <a:r>
                <a:rPr lang="ko-KR" altLang="en-US" sz="16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함칠</a:t>
              </a: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 때는 어떻게 연결해야 좋을지 </a:t>
              </a:r>
              <a:r>
                <a:rPr lang="ko-KR" altLang="en-US" sz="16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밤늦게까지</a:t>
              </a: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 고민했다</a:t>
              </a:r>
              <a:r>
                <a:rPr lang="en-US" altLang="ko-KR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. </a:t>
              </a: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하지만 이 과정이 있어서 팀원들과 소통하기 시작했고 서로 모르는 것들을 질문할 수 있어서 좋았다</a:t>
              </a:r>
              <a:r>
                <a:rPr lang="en-US" altLang="ko-KR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.</a:t>
              </a:r>
              <a:endPara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E2CDC6FC-FA5F-4C0F-83BB-5D797FC6B126}"/>
                </a:ext>
              </a:extLst>
            </p:cNvPr>
            <p:cNvSpPr txBox="1"/>
            <p:nvPr/>
          </p:nvSpPr>
          <p:spPr>
            <a:xfrm>
              <a:off x="6609126" y="2827946"/>
              <a:ext cx="1682895" cy="2686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팀프로젝트를 통해 </a:t>
              </a:r>
              <a:r>
                <a:rPr lang="en-US" altLang="ko-KR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git</a:t>
              </a: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협업을 하는 법과 같이 오류 대처하는 법을 배워서 좋았고 직접 웹개발을 해보니 생각하지 못한곳에서 오류가 나고 처음설계가 기본적으로 제일 중요하다는 것을 느꼈습니다</a:t>
              </a:r>
              <a:r>
                <a:rPr lang="en-US" altLang="ko-KR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.</a:t>
              </a:r>
              <a:endPara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0C14ACEC-79A7-412C-884F-056BC4D6EF7D}"/>
                </a:ext>
              </a:extLst>
            </p:cNvPr>
            <p:cNvSpPr txBox="1"/>
            <p:nvPr/>
          </p:nvSpPr>
          <p:spPr>
            <a:xfrm>
              <a:off x="9359188" y="2827946"/>
              <a:ext cx="1682895" cy="2760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프로젝트 통해 웹이 어떤 식으로 개발되는지 느낄 수 있었고 에러가 나타났을 때 대처하는 능력도 기를 수 있었습니다</a:t>
              </a:r>
              <a:r>
                <a:rPr lang="en-US" altLang="ko-KR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. </a:t>
              </a: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또 팀원들과 </a:t>
              </a:r>
              <a:r>
                <a:rPr lang="en-US" altLang="ko-KR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git</a:t>
              </a: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을 이용한 협업을 진행하며 프로젝트를 진행하는 방법도 배워서 좋았습니다</a:t>
              </a:r>
              <a:r>
                <a:rPr lang="en-US" altLang="ko-KR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.</a:t>
              </a:r>
              <a:endPara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endParaRPr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B3B81132-5BD9-4402-B372-E8ECA9E7F5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85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0D8D0DE-9976-424B-BBE5-B069DF94649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74D3DE46-63F8-4BCC-8069-25C00E33488B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5F6FC0B-D5E0-4E2F-8315-4433F3BB5B19}"/>
              </a:ext>
            </a:extLst>
          </p:cNvPr>
          <p:cNvSpPr txBox="1"/>
          <p:nvPr/>
        </p:nvSpPr>
        <p:spPr>
          <a:xfrm>
            <a:off x="863600" y="285462"/>
            <a:ext cx="19383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보완할 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6BA53FF-4BAC-41C3-8F17-9F5D6264B3FE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5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3A2C4D52-2D91-4670-9606-2B037C45451E}"/>
              </a:ext>
            </a:extLst>
          </p:cNvPr>
          <p:cNvGrpSpPr/>
          <p:nvPr/>
        </p:nvGrpSpPr>
        <p:grpSpPr>
          <a:xfrm>
            <a:off x="965200" y="1733539"/>
            <a:ext cx="10380713" cy="914400"/>
            <a:chOff x="1229360" y="1931500"/>
            <a:chExt cx="10380713" cy="914400"/>
          </a:xfrm>
        </p:grpSpPr>
        <p:pic>
          <p:nvPicPr>
            <p:cNvPr id="28" name="그래픽 27" descr="배지 체크 표시1">
              <a:extLst>
                <a:ext uri="{FF2B5EF4-FFF2-40B4-BE49-F238E27FC236}">
                  <a16:creationId xmlns:a16="http://schemas.microsoft.com/office/drawing/2014/main" xmlns="" id="{E9BED29A-ABB8-4A64-978E-690DC1E85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229360" y="1931500"/>
              <a:ext cx="914400" cy="91440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DFDC5C8F-ED9E-48B6-BCA3-84B4D1EC18BE}"/>
                </a:ext>
              </a:extLst>
            </p:cNvPr>
            <p:cNvSpPr txBox="1"/>
            <p:nvPr/>
          </p:nvSpPr>
          <p:spPr>
            <a:xfrm>
              <a:off x="2268486" y="2098909"/>
              <a:ext cx="9341587" cy="5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국내 </a:t>
              </a:r>
              <a:r>
                <a:rPr lang="en-US" altLang="ko-KR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&amp; </a:t>
              </a:r>
              <a:r>
                <a:rPr lang="ko-KR" altLang="en-US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해외로 정보를 넓힐 수 있다</a:t>
              </a:r>
              <a:r>
                <a:rPr lang="en-US" altLang="ko-KR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.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D45369C0-5767-450D-B4B2-0318E0809001}"/>
              </a:ext>
            </a:extLst>
          </p:cNvPr>
          <p:cNvGrpSpPr/>
          <p:nvPr/>
        </p:nvGrpSpPr>
        <p:grpSpPr>
          <a:xfrm>
            <a:off x="965200" y="3372210"/>
            <a:ext cx="10380713" cy="914400"/>
            <a:chOff x="1229360" y="3444240"/>
            <a:chExt cx="10380713" cy="914400"/>
          </a:xfrm>
        </p:grpSpPr>
        <p:pic>
          <p:nvPicPr>
            <p:cNvPr id="29" name="그래픽 28" descr="배지 체크 표시1">
              <a:extLst>
                <a:ext uri="{FF2B5EF4-FFF2-40B4-BE49-F238E27FC236}">
                  <a16:creationId xmlns:a16="http://schemas.microsoft.com/office/drawing/2014/main" xmlns="" id="{3AE10806-9317-4358-B6E9-161F18EC5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229360" y="3444240"/>
              <a:ext cx="914400" cy="9144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F0FC6165-FFA6-42AE-A51D-C4C812243D82}"/>
                </a:ext>
              </a:extLst>
            </p:cNvPr>
            <p:cNvSpPr txBox="1"/>
            <p:nvPr/>
          </p:nvSpPr>
          <p:spPr>
            <a:xfrm>
              <a:off x="2268486" y="3611649"/>
              <a:ext cx="9341587" cy="5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숙박 </a:t>
              </a:r>
              <a:r>
                <a:rPr lang="en-US" altLang="ko-KR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&amp; </a:t>
              </a:r>
              <a:r>
                <a:rPr lang="ko-KR" altLang="en-US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놀이 등을 추가할 수 있다</a:t>
              </a:r>
              <a:r>
                <a:rPr lang="en-US" altLang="ko-KR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.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4D31315-8C43-42E7-8DC0-A287F905AF05}"/>
              </a:ext>
            </a:extLst>
          </p:cNvPr>
          <p:cNvGrpSpPr/>
          <p:nvPr/>
        </p:nvGrpSpPr>
        <p:grpSpPr>
          <a:xfrm>
            <a:off x="965200" y="5010881"/>
            <a:ext cx="10380713" cy="914400"/>
            <a:chOff x="1229360" y="4956980"/>
            <a:chExt cx="10380713" cy="914400"/>
          </a:xfrm>
        </p:grpSpPr>
        <p:pic>
          <p:nvPicPr>
            <p:cNvPr id="30" name="그래픽 29" descr="배지 체크 표시1">
              <a:extLst>
                <a:ext uri="{FF2B5EF4-FFF2-40B4-BE49-F238E27FC236}">
                  <a16:creationId xmlns:a16="http://schemas.microsoft.com/office/drawing/2014/main" xmlns="" id="{E575964B-3000-428E-A74B-78B2D5A29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229360" y="4956980"/>
              <a:ext cx="914400" cy="91440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F8DB71B2-5CF4-46F9-98BD-67A5B64D12C1}"/>
                </a:ext>
              </a:extLst>
            </p:cNvPr>
            <p:cNvSpPr txBox="1"/>
            <p:nvPr/>
          </p:nvSpPr>
          <p:spPr>
            <a:xfrm>
              <a:off x="2268486" y="5124389"/>
              <a:ext cx="9341587" cy="5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웹 디자인이 부족했다</a:t>
              </a:r>
              <a:r>
                <a:rPr lang="en-US" altLang="ko-KR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.</a:t>
              </a:r>
              <a:endParaRPr lang="ko-KR" altLang="en-US" sz="2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5F31D172-82A4-4371-BF5E-F1E835B0873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5297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0D8D0DE-9976-424B-BBE5-B069DF94649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74D3DE46-63F8-4BCC-8069-25C00E33488B}"/>
              </a:ext>
            </a:extLst>
          </p:cNvPr>
          <p:cNvCxnSpPr>
            <a:cxnSpLocks/>
          </p:cNvCxnSpPr>
          <p:nvPr/>
        </p:nvCxnSpPr>
        <p:spPr>
          <a:xfrm>
            <a:off x="-152400" y="1054100"/>
            <a:ext cx="1234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5F6FC0B-D5E0-4E2F-8315-4433F3BB5B19}"/>
              </a:ext>
            </a:extLst>
          </p:cNvPr>
          <p:cNvSpPr txBox="1"/>
          <p:nvPr/>
        </p:nvSpPr>
        <p:spPr>
          <a:xfrm>
            <a:off x="863600" y="285462"/>
            <a:ext cx="1527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잘한 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6BA53FF-4BAC-41C3-8F17-9F5D6264B3FE}"/>
              </a:ext>
            </a:extLst>
          </p:cNvPr>
          <p:cNvSpPr txBox="1"/>
          <p:nvPr/>
        </p:nvSpPr>
        <p:spPr>
          <a:xfrm>
            <a:off x="101600" y="182373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5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3A2C4D52-2D91-4670-9606-2B037C45451E}"/>
              </a:ext>
            </a:extLst>
          </p:cNvPr>
          <p:cNvGrpSpPr/>
          <p:nvPr/>
        </p:nvGrpSpPr>
        <p:grpSpPr>
          <a:xfrm>
            <a:off x="965200" y="1733539"/>
            <a:ext cx="10380713" cy="914400"/>
            <a:chOff x="1229360" y="1931500"/>
            <a:chExt cx="10380713" cy="914400"/>
          </a:xfrm>
        </p:grpSpPr>
        <p:pic>
          <p:nvPicPr>
            <p:cNvPr id="28" name="그래픽 27" descr="배지 체크 표시1">
              <a:extLst>
                <a:ext uri="{FF2B5EF4-FFF2-40B4-BE49-F238E27FC236}">
                  <a16:creationId xmlns:a16="http://schemas.microsoft.com/office/drawing/2014/main" xmlns="" id="{E9BED29A-ABB8-4A64-978E-690DC1E85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229360" y="1931500"/>
              <a:ext cx="914400" cy="91440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DFDC5C8F-ED9E-48B6-BCA3-84B4D1EC18BE}"/>
                </a:ext>
              </a:extLst>
            </p:cNvPr>
            <p:cNvSpPr txBox="1"/>
            <p:nvPr/>
          </p:nvSpPr>
          <p:spPr>
            <a:xfrm>
              <a:off x="2268486" y="2098909"/>
              <a:ext cx="9341587" cy="5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팀원 간의 소통이 잘되었다</a:t>
              </a:r>
              <a:r>
                <a:rPr lang="en-US" altLang="ko-KR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. 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D45369C0-5767-450D-B4B2-0318E0809001}"/>
              </a:ext>
            </a:extLst>
          </p:cNvPr>
          <p:cNvGrpSpPr/>
          <p:nvPr/>
        </p:nvGrpSpPr>
        <p:grpSpPr>
          <a:xfrm>
            <a:off x="965200" y="3372210"/>
            <a:ext cx="10380713" cy="914400"/>
            <a:chOff x="1229360" y="3444240"/>
            <a:chExt cx="10380713" cy="914400"/>
          </a:xfrm>
        </p:grpSpPr>
        <p:pic>
          <p:nvPicPr>
            <p:cNvPr id="29" name="그래픽 28" descr="배지 체크 표시1">
              <a:extLst>
                <a:ext uri="{FF2B5EF4-FFF2-40B4-BE49-F238E27FC236}">
                  <a16:creationId xmlns:a16="http://schemas.microsoft.com/office/drawing/2014/main" xmlns="" id="{3AE10806-9317-4358-B6E9-161F18EC5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229360" y="3444240"/>
              <a:ext cx="914400" cy="9144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F0FC6165-FFA6-42AE-A51D-C4C812243D82}"/>
                </a:ext>
              </a:extLst>
            </p:cNvPr>
            <p:cNvSpPr txBox="1"/>
            <p:nvPr/>
          </p:nvSpPr>
          <p:spPr>
            <a:xfrm>
              <a:off x="2268486" y="3611649"/>
              <a:ext cx="9341587" cy="5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오류 수정을 위해 회의를 많이 했다</a:t>
              </a:r>
              <a:r>
                <a:rPr lang="en-US" altLang="ko-KR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. </a:t>
              </a:r>
              <a:endParaRPr lang="ko-KR" altLang="en-US" sz="2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4D31315-8C43-42E7-8DC0-A287F905AF05}"/>
              </a:ext>
            </a:extLst>
          </p:cNvPr>
          <p:cNvGrpSpPr/>
          <p:nvPr/>
        </p:nvGrpSpPr>
        <p:grpSpPr>
          <a:xfrm>
            <a:off x="965200" y="5010881"/>
            <a:ext cx="10380713" cy="914400"/>
            <a:chOff x="1229360" y="4956980"/>
            <a:chExt cx="10380713" cy="914400"/>
          </a:xfrm>
        </p:grpSpPr>
        <p:pic>
          <p:nvPicPr>
            <p:cNvPr id="30" name="그래픽 29" descr="배지 체크 표시1">
              <a:extLst>
                <a:ext uri="{FF2B5EF4-FFF2-40B4-BE49-F238E27FC236}">
                  <a16:creationId xmlns:a16="http://schemas.microsoft.com/office/drawing/2014/main" xmlns="" id="{E575964B-3000-428E-A74B-78B2D5A29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229360" y="4956980"/>
              <a:ext cx="914400" cy="91440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F8DB71B2-5CF4-46F9-98BD-67A5B64D12C1}"/>
                </a:ext>
              </a:extLst>
            </p:cNvPr>
            <p:cNvSpPr txBox="1"/>
            <p:nvPr/>
          </p:nvSpPr>
          <p:spPr>
            <a:xfrm>
              <a:off x="2268486" y="5124389"/>
              <a:ext cx="9341587" cy="5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작업 분배가 잘되어 시간내에 목표를 이룰 수 있었다</a:t>
              </a:r>
              <a:r>
                <a:rPr lang="en-US" altLang="ko-KR" sz="2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.</a:t>
              </a: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024F7BD0-3C8B-46A3-AA51-AF6CC5D60A1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249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C098C8B7-CCB6-4DC5-BE9A-B1C4BE69B5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3172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9604E4F1-9804-47D9-A38E-EA3AC0177C79}"/>
              </a:ext>
            </a:extLst>
          </p:cNvPr>
          <p:cNvSpPr/>
          <p:nvPr/>
        </p:nvSpPr>
        <p:spPr>
          <a:xfrm>
            <a:off x="0" y="-23172"/>
            <a:ext cx="68472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343F542E-E095-4739-AA13-9097A9736916}"/>
              </a:ext>
            </a:extLst>
          </p:cNvPr>
          <p:cNvGrpSpPr/>
          <p:nvPr/>
        </p:nvGrpSpPr>
        <p:grpSpPr>
          <a:xfrm>
            <a:off x="12127" y="2170217"/>
            <a:ext cx="6571687" cy="3218027"/>
            <a:chOff x="65292" y="2044891"/>
            <a:chExt cx="6571687" cy="261262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8F5BE4D9-20CF-45B4-A175-2B0F2E5B9A4F}"/>
                </a:ext>
              </a:extLst>
            </p:cNvPr>
            <p:cNvSpPr txBox="1"/>
            <p:nvPr/>
          </p:nvSpPr>
          <p:spPr>
            <a:xfrm>
              <a:off x="65292" y="2605308"/>
              <a:ext cx="6571687" cy="119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000" i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여행</a:t>
              </a:r>
              <a:r>
                <a:rPr lang="en-US" altLang="ko-KR" sz="3000" i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&amp;</a:t>
              </a:r>
              <a:r>
                <a:rPr lang="ko-KR" altLang="en-US" sz="3000" i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데이트코스와 풍부한 맛집을 </a:t>
              </a:r>
              <a:endParaRPr lang="en-US" altLang="ko-KR" sz="30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3000" i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알려주고 회원들끼리 자신들의 정보를</a:t>
              </a:r>
              <a:endParaRPr lang="en-US" altLang="ko-KR" sz="30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3000" i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공유하는 사이트</a:t>
              </a:r>
              <a:endParaRPr lang="en-US" altLang="ko-KR" sz="30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4B234C92-F04D-473F-B271-D73B4FEE4A8E}"/>
                </a:ext>
              </a:extLst>
            </p:cNvPr>
            <p:cNvSpPr txBox="1"/>
            <p:nvPr/>
          </p:nvSpPr>
          <p:spPr>
            <a:xfrm>
              <a:off x="2966483" y="2044891"/>
              <a:ext cx="3882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“</a:t>
              </a:r>
              <a:endParaRPr lang="ko-KR" altLang="en-US" sz="3200" b="1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3287EE82-E83B-4767-BECE-CD6C099BC3AD}"/>
                </a:ext>
              </a:extLst>
            </p:cNvPr>
            <p:cNvSpPr txBox="1"/>
            <p:nvPr/>
          </p:nvSpPr>
          <p:spPr>
            <a:xfrm>
              <a:off x="2962888" y="4072736"/>
              <a:ext cx="3882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”</a:t>
              </a:r>
              <a:endParaRPr lang="ko-KR" altLang="en-US" sz="3200" b="1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326E4F09-C3C1-4141-A4F4-3B3D724018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59" t="27445" r="10836" b="33430"/>
          <a:stretch/>
        </p:blipFill>
        <p:spPr>
          <a:xfrm>
            <a:off x="8147804" y="2935090"/>
            <a:ext cx="2774250" cy="9878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75686ADE-0754-4614-91E0-A4E3711CBD4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25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CE234F1-15F6-4E30-A12E-40056B7F701B}"/>
              </a:ext>
            </a:extLst>
          </p:cNvPr>
          <p:cNvSpPr txBox="1"/>
          <p:nvPr/>
        </p:nvSpPr>
        <p:spPr>
          <a:xfrm>
            <a:off x="4128154" y="2921168"/>
            <a:ext cx="39356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감사합니다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55033E48-AC1C-474A-9456-981259CF99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17607" y="6535660"/>
            <a:ext cx="2074394" cy="3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825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200622">
      <a:dk1>
        <a:sysClr val="windowText" lastClr="000000"/>
      </a:dk1>
      <a:lt1>
        <a:sysClr val="window" lastClr="FFFFFF"/>
      </a:lt1>
      <a:dk2>
        <a:srgbClr val="3F3F3F"/>
      </a:dk2>
      <a:lt2>
        <a:srgbClr val="E7E6E6"/>
      </a:lt2>
      <a:accent1>
        <a:srgbClr val="0193A7"/>
      </a:accent1>
      <a:accent2>
        <a:srgbClr val="41CFDA"/>
      </a:accent2>
      <a:accent3>
        <a:srgbClr val="F8D9B6"/>
      </a:accent3>
      <a:accent4>
        <a:srgbClr val="DFC3AB"/>
      </a:accent4>
      <a:accent5>
        <a:srgbClr val="03ABCF"/>
      </a:accent5>
      <a:accent6>
        <a:srgbClr val="006380"/>
      </a:accent6>
      <a:hlink>
        <a:srgbClr val="595959"/>
      </a:hlink>
      <a:folHlink>
        <a:srgbClr val="595959"/>
      </a:folHlink>
    </a:clrScheme>
    <a:fontScheme name="요즘 유행 스타일">
      <a:majorFont>
        <a:latin typeface="Arial Nova"/>
        <a:ea typeface="나눔스퀘어 Bold"/>
        <a:cs typeface=""/>
      </a:majorFont>
      <a:minorFont>
        <a:latin typeface="Arial Nova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1082</TotalTime>
  <Words>821</Words>
  <Application>Microsoft Office PowerPoint</Application>
  <PresentationFormat>와이드스크린</PresentationFormat>
  <Paragraphs>237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Arial Nova</vt:lpstr>
      <vt:lpstr>나눔스퀘어 Bold</vt:lpstr>
      <vt:lpstr>나눔스퀘어 ExtraBold</vt:lpstr>
      <vt:lpstr>나눔스퀘어 Light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student</cp:lastModifiedBy>
  <cp:revision>71</cp:revision>
  <dcterms:created xsi:type="dcterms:W3CDTF">2020-06-22T00:57:09Z</dcterms:created>
  <dcterms:modified xsi:type="dcterms:W3CDTF">2022-06-30T00:34:48Z</dcterms:modified>
</cp:coreProperties>
</file>